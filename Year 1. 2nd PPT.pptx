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autoCompressPictures="0">
  <p:sldMasterIdLst>
    <p:sldMasterId id="2147483648" r:id="rId4"/>
    <p:sldMasterId id="2147483763" r:id="rId5"/>
  </p:sldMasterIdLst>
  <p:notesMasterIdLst>
    <p:notesMasterId r:id="rId14"/>
  </p:notesMasterIdLst>
  <p:sldIdLst>
    <p:sldId id="317" r:id="rId6"/>
    <p:sldId id="304" r:id="rId7"/>
    <p:sldId id="308" r:id="rId8"/>
    <p:sldId id="288" r:id="rId9"/>
    <p:sldId id="310" r:id="rId10"/>
    <p:sldId id="303" r:id="rId11"/>
    <p:sldId id="275" r:id="rId12"/>
    <p:sldId id="305" r:id="rId1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042" autoAdjust="0"/>
    <p:restoredTop sz="94132" autoAdjust="0"/>
  </p:normalViewPr>
  <p:slideViewPr>
    <p:cSldViewPr snapToGrid="0">
      <p:cViewPr>
        <p:scale>
          <a:sx n="100" d="100"/>
          <a:sy n="100" d="100"/>
        </p:scale>
        <p:origin x="197" y="58"/>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theme" Target="theme/theme1.xml"/><Relationship Id="rId3" Type="http://schemas.openxmlformats.org/officeDocument/2006/relationships/customXml" Target="../customXml/item3.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presProps" Target="presProps.xml"/><Relationship Id="rId20"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5" Type="http://schemas.openxmlformats.org/officeDocument/2006/relationships/slideMaster" Target="slideMasters/slideMaster2.xml"/><Relationship Id="rId15" Type="http://schemas.openxmlformats.org/officeDocument/2006/relationships/commentAuthors" Target="commentAuthors.xml"/><Relationship Id="rId10" Type="http://schemas.openxmlformats.org/officeDocument/2006/relationships/slide" Target="slides/slide5.xml"/><Relationship Id="rId19"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5/22/2023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4</a:t>
            </a:fld>
            <a:endParaRPr lang="en-US" dirty="0"/>
          </a:p>
        </p:txBody>
      </p:sp>
    </p:spTree>
    <p:extLst>
      <p:ext uri="{BB962C8B-B14F-4D97-AF65-F5344CB8AC3E}">
        <p14:creationId xmlns:p14="http://schemas.microsoft.com/office/powerpoint/2010/main" val="208501175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a:t>
            </a:r>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p15:clr>
            <a:srgbClr val="FBAE40"/>
          </p15:clr>
        </p15:guide>
        <p15:guide id="2" pos="2568">
          <p15:clr>
            <a:srgbClr val="5ACBF0"/>
          </p15:clr>
        </p15:guide>
        <p15:guide id="3" pos="5136">
          <p15:clr>
            <a:srgbClr val="5ACBF0"/>
          </p15:clr>
        </p15:guide>
        <p15:guide id="4" pos="7392">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dirty="0"/>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dirty="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dirty="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dirty="0"/>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dirty="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dirty="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dirty="0"/>
              <a:t>Click to edit Master title style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54955" y="1447800"/>
            <a:ext cx="8825658" cy="3329581"/>
          </a:xfrm>
        </p:spPr>
        <p:txBody>
          <a:bodyPr anchor="b"/>
          <a:lstStyle>
            <a:lvl1pPr>
              <a:defRPr sz="7200"/>
            </a:lvl1pPr>
          </a:lstStyle>
          <a:p>
            <a:r>
              <a:rPr lang="en-US"/>
              <a:t>Click to edit Master title style</a:t>
            </a:r>
            <a:endParaRPr lang="en-US" dirty="0"/>
          </a:p>
        </p:txBody>
      </p:sp>
      <p:sp>
        <p:nvSpPr>
          <p:cNvPr id="3" name="Subtitle 2"/>
          <p:cNvSpPr>
            <a:spLocks noGrp="1"/>
          </p:cNvSpPr>
          <p:nvPr>
            <p:ph type="subTitle" idx="1"/>
          </p:nvPr>
        </p:nvSpPr>
        <p:spPr>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5/22/2023</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
        <p:nvSpPr>
          <p:cNvPr id="7" name="Rectangle 6">
            <a:extLst>
              <a:ext uri="{FF2B5EF4-FFF2-40B4-BE49-F238E27FC236}">
                <a16:creationId xmlns:a16="http://schemas.microsoft.com/office/drawing/2014/main" id="{99FF4AC3-B415-9DFC-4541-10FE0051E8A2}"/>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grpSp>
        <p:nvGrpSpPr>
          <p:cNvPr id="8" name="Picture Placeholder 16" descr="abstract colorful illustration of buildings">
            <a:extLst>
              <a:ext uri="{FF2B5EF4-FFF2-40B4-BE49-F238E27FC236}">
                <a16:creationId xmlns:a16="http://schemas.microsoft.com/office/drawing/2014/main" id="{FC4E55DB-2250-B1FC-D958-E956B3E9578F}"/>
              </a:ext>
            </a:extLst>
          </p:cNvPr>
          <p:cNvGrpSpPr/>
          <p:nvPr userDrawn="1"/>
        </p:nvGrpSpPr>
        <p:grpSpPr>
          <a:xfrm>
            <a:off x="0" y="0"/>
            <a:ext cx="6883718" cy="6858751"/>
            <a:chOff x="0" y="0"/>
            <a:chExt cx="6883718" cy="6858751"/>
          </a:xfrm>
        </p:grpSpPr>
        <p:sp>
          <p:nvSpPr>
            <p:cNvPr id="9" name="Freeform: Shape 8">
              <a:extLst>
                <a:ext uri="{FF2B5EF4-FFF2-40B4-BE49-F238E27FC236}">
                  <a16:creationId xmlns:a16="http://schemas.microsoft.com/office/drawing/2014/main" id="{F58E72C8-09D6-DB63-F530-D412157A18D6}"/>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09373825-EF4F-437E-CE09-DC6623F4E074}"/>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96D59322-E943-F8CD-221B-6B3023D1DC1A}"/>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94BFDC9-9D34-6B54-7E50-35FAD3845F75}"/>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008968E-DF7B-4025-A5A8-A0D2A0B8E43D}"/>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8D4DEDDE-42D6-2E97-A73C-394C6B96741D}"/>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2FA5424-58CB-9B1D-116F-BCB72361DC7B}"/>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10C3D9A8-38D1-AE35-050E-861346D22D2C}"/>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D87001E4-91E4-2877-CD4D-1D8B76DA9657}"/>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3B2C141-7EBB-8217-28CE-189B2F4D893E}"/>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5B0CCF61-676B-07CA-242F-D710EB620C47}"/>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3690578-202F-E291-2FEB-3FD8BBBD31C4}"/>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8E7DFC32-D8B7-1DCC-BBDC-22F6AA69ED6A}"/>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2F1CB83-A2A3-6D91-BC44-009410CFBEE1}"/>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EC271-29F3-D80D-347C-CFC0F0732D8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C6587DE-30C4-F4F5-ED9F-9B4851AFED50}"/>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2230F71A-DD8D-F4CE-912E-5C7D0DA3C675}"/>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E5F362-2E91-A270-85BC-BAF62419A800}"/>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574288B-CE8D-AD3E-1651-D2B3F4E73A82}"/>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6F156478-127D-2C32-F66B-69C1CF35EA15}"/>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0569B70-EE3C-8516-6258-9D12B90A2454}"/>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784BFBF9-0F8C-AE09-913C-000759370CAD}"/>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BDF51241-CBA0-ADBC-2862-9CF0DBD51A07}"/>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AF1F20CD-3FB7-25EA-42D7-03A05E20646F}"/>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B4B8306-69D9-2D98-7C59-F0D40F7A52E8}"/>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5FBEA79A-4C19-DB54-AACB-36227C47942E}"/>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75885823-DF0F-724B-1394-569BA87A8482}"/>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6BF97EB-361C-16D8-45FF-9F2C3D2E1710}"/>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A086D203-490B-9F6C-A0C7-50CB7775703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68E2A94-5DA6-2965-F2CF-3DB4A6553365}"/>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A7B0D41A-1FC2-4F9B-DF41-47BC04A42D83}"/>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0082EB44-52B5-CDBF-A5EF-BFA7D4570B33}"/>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0A26E347-68F7-8705-AFC8-A81074C80CEB}"/>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8F5071-66CC-D2DA-7EAE-22F8A8309131}"/>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BF28D1F-5757-3E13-7221-AADFA0A0518A}"/>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8EB5903-4C71-F049-1355-21EC44250602}"/>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CE516B2C-7BD2-B151-05DD-C8CF7AE0D2B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2D232314-3BF8-B12E-DD7D-2C4BCBBEE721}"/>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47DDCA4A-C13A-B055-9E35-19A5ED1A01AB}"/>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7A00B44F-DE33-F9C4-ECF9-E56B33BA32DB}"/>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9F14433-5CF9-DF13-DE54-D049098402CB}"/>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49B561A4-5488-36AE-2875-C4A59EDA6272}"/>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D536663-5F0A-568E-3205-98118811DE2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800FED-B332-22D6-C422-457B905F60C0}"/>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7EC19AA-2644-5C17-9D80-3FB643964831}"/>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3D89700B-9686-9B1F-75EB-9364C0B3F4EE}"/>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F8227E0-AEF5-563A-82C7-3F12762DCD2E}"/>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8FF73E8-0AB8-7798-EEE8-A2A7EB653B42}"/>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E8B2680-AD27-BAF5-D313-81866057CCFE}"/>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5A8F5FE-6346-98AB-321F-46CBD60D9238}"/>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DAE82842-167E-F04F-229A-0A4705BD1E90}"/>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46EDB04-864E-A28B-7A15-D3FFFFDA092B}"/>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951C8E1-CB2D-99AA-A4B2-2C3CED0DA8E4}"/>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7313AC4E-2359-0071-9613-5B11118E9A31}"/>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7EB1E15E-EA5B-D236-B36D-819B3927F8F2}"/>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A0F61D1E-4E2B-DDAA-9612-E2BC4B18A6AE}"/>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070243AA-DCC3-5926-694A-C03E582C472C}"/>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E759E97-2C40-39E6-9DB1-1D5B364C8AAF}"/>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8A0251C6-B7FD-0A69-57A4-60740E181175}"/>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71C4BCE-E447-706F-CEAA-7FDD62E59881}"/>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62F6967-AEB9-2205-39E9-95718914D6D0}"/>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F871A63-C9A7-CE72-F4C4-5197202F9BC3}"/>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1404A47-4397-23E5-97C7-E52868C6E2E5}"/>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E5559E01-FE0B-6EB9-3A9C-74CFBB5639A2}"/>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648BA41-02EA-20B3-1C46-2A0EEE7D07EA}"/>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95232729-86B4-A97C-C821-16E23DA27486}"/>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54E4C2EF-E7BA-754B-1593-88B3DBC162AD}"/>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7D60C07C-C8C2-635A-1F75-1F785D1EA26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ABDF622F-5D3C-85FA-4BE9-6F6F799D98E8}"/>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51F9A727-C0E7-E26B-54EA-B5028BA5CAFC}"/>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DAD69434-4645-1F8B-C106-5AE1796728A9}"/>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FB37491C-55FC-64C8-7E45-2BE8DFAC6661}"/>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9D2275F-453E-DF06-FE0E-0E8AE30A296E}"/>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FC4F5299-C475-E45D-0197-EDE679E23D35}"/>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A846F07-9B6D-FF82-7774-4FA40BAD49C6}"/>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A0481BEA-9DF6-07D7-6B79-E8C03144B48E}"/>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08D47F0C-3124-4837-B761-477D78FB6D04}"/>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91EBB63A-13A7-34F4-5F82-759D63CE61DF}"/>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E5FC6FB5-01A1-AA4A-8A0B-63273DEBE8E0}"/>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3ED663C-E6BF-E482-7BB7-5CFEE9FE517C}"/>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341AEA2-1B22-DCFF-7D9F-18502AD32094}"/>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8CCA87D-9663-7A82-DEBF-29022FD56DDB}"/>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5A1164E-B62D-2544-D81A-C07B203D42EC}"/>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5BB84E79-3B75-8993-E16A-40138BF2ACA5}"/>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70186CD-A059-BC39-A0CA-45A015E20802}"/>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97F1B0AE-9125-E7C0-B3FC-A3E9E72FDA4E}"/>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D731A58-5B94-B362-9953-08852BFCF66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6A3CE902-3729-1CD5-94C8-4E547EBC5CBA}"/>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07B1D029-9D9C-6A91-26E9-B42A1AB498B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87CBBDD-721F-6C1B-367A-4F069E6F912F}"/>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D09070A-3290-89EE-4ABF-3227453F7E4B}"/>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EF797BB-1329-B929-ECC7-10C6CC8E8F85}"/>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AE13DE57-26D4-32C6-492A-1C7578006D37}"/>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9F82B17-89DC-0F31-47DD-59730BE4B631}"/>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9085D95A-41D1-FF14-8E02-B9B82594CCA8}"/>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7CEB38AA-3C87-794F-EFC2-9C072D8FCDB6}"/>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578DCA40-3FC6-807C-5A43-295F92E5899D}"/>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492A2377-056D-A560-423E-2F69D560138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5EFE6AC-DE92-90C7-32CF-70E38145DA8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0F69B613-63F1-6660-0BE3-7C1F90C3AADF}"/>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8DCF294-4A86-F761-A2E1-E9480031C5F3}"/>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3D434C83-6AA4-D6E3-B57B-E133D4370436}"/>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CAAA15B3-4E40-A11C-251F-8319687505FA}"/>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157D3A53-366F-458E-3322-727E744A75E7}"/>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85A2CC5-261C-2DB2-6FF4-71ED889F9619}"/>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2CA4A0A-1011-0605-AE9D-3B713CB00261}"/>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13DF89-E519-A223-78D6-574F9DB23E1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8701A84-407E-0E54-55BE-C9281BDE2C03}"/>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251FE432-9F9C-FBDF-B060-75A6615AE6A8}"/>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BABD9DCC-3F85-AC3D-E42B-B1EB60D4DC29}"/>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752261A-C3B2-89C7-448C-4D99731D26B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FC0E1D1-00FA-E2B5-00D4-8CA9BC0A2495}"/>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53D08801-15E4-99B4-5B54-52B6AC518CC2}"/>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2A8D41E-6769-89C0-3FFE-6C70C784B927}"/>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938AC535-50FA-320A-C67A-36250F755456}"/>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A17133-BE55-D188-BB2A-39D41F6BFC89}"/>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13B9433A-B9E3-B7DD-6874-F8F92FB1C07B}"/>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C991F553-B18C-953D-C776-ECC0359BDDA5}"/>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E630D83D-31F9-CC66-7054-329E039244CC}"/>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88A92ADA-0914-F7F4-E640-3CAB373B21EB}"/>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8B2721F-20E8-5DEB-28F2-0FA8DD01EE6F}"/>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FA414140-8825-4B2C-661B-5430B25EFC8C}"/>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112A1D-1076-E416-F075-39033A483CB2}"/>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43EBD16-7E11-616A-CCFB-1AFE1A4C8CF3}"/>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1516FC7-3646-5BCF-9AAF-E83EC930CD4F}"/>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9F71DCB5-F734-86B6-9DEB-DC5C1C434FE0}"/>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654FBF32-D961-FAD0-D183-8F19CF789576}"/>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21E7A29D-FEBC-925F-7892-3972FE44B016}"/>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FF30F116-4059-C889-C0B3-BB20A1A653FC}"/>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C62876A-89A2-33B3-A400-32DC363392A6}"/>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0AB556-2975-3AB7-3177-A4DA141A0C54}"/>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B98E7802-9DB9-C0C4-3FF4-F65D8E19CE22}"/>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6AC6AF-DE64-7EDA-18E2-A954A5092DDE}"/>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3BC48C6-A55E-9705-8937-4C2EDF265F41}"/>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3A9A88E8-0E35-3B7C-662B-0AC2914D98A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7D9438AF-B54F-D044-4E0A-72666C4B0664}"/>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04F2853-2BE2-2506-4796-3FEE4539D8F1}"/>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ABB9EBCE-E766-9A01-0CFB-5F6C39532BED}"/>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919017F8-1DAA-E033-EA4E-7D1E91DC276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3561300-E114-C761-D057-16C7B84D8C38}"/>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38F8AB-4A22-CF46-0D99-CA6E18EF1E11}"/>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181163E9-1D34-BB9D-5C88-521C39489A37}"/>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ADB5FE4-5E28-2C94-A56C-FB7DADE044CE}"/>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A45433A-FA92-DEBD-8C94-83C61FB1B570}"/>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E3660C6A-D080-BBD8-932C-FBD7F10DFD24}"/>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58ACB1E-53E9-DE60-B41A-4333CD0C386B}"/>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6311006A-7AF3-8C88-876E-89D48AB6945C}"/>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0868002D-5EED-EF0A-EB93-BA2D7D49F430}"/>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D350327-FBB4-7FA6-5961-D2DDA6F5F057}"/>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215D7AAD-D5AC-D9BD-769F-BB57222D2106}"/>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A451232-48FC-5A66-C6E1-FE84D9D55F69}"/>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1AD7F8-D8F2-B23A-8778-9A184416D36B}"/>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67D9345-DA06-FFDD-790E-3BFABCFFBD68}"/>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A68294A1-3013-E5F1-5ED4-E8EF797D9B0B}"/>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8F3A5200-AAFD-FC56-ECAC-325FCED1FE7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E6D8AE8-28C5-F3A5-7DD3-3C3AFBFF4D1C}"/>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37A278D-15C6-1DD7-84DF-8F11B23F978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334ACFA-F2A5-4E8B-D452-193D046BE04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BD66AB4-55AD-9B3D-0034-70A4140241CD}"/>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ED95D75-5116-B847-55BC-06D81AB2013F}"/>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E9E8BCD-77C0-CA8F-DC6F-FAAD9613ED48}"/>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81FD2611-F228-9BAA-DEDC-68303B57B7DD}"/>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0F809754-D357-0573-3D0D-008F319328F4}"/>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7CE8366-2EAC-87C6-9F94-E19C4A4E564C}"/>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5C82D3BA-0E75-6402-7636-E422FCFFE5CD}"/>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5BAD437D-AB44-A48C-B569-3AB5E8B728FA}"/>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4EF25B1E-2906-19FF-3A01-7E2792A34505}"/>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1D1D675-AB91-CF3D-D1F9-9F6AB4B72AE0}"/>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F049C11-E596-AD0A-F4F0-B197EB5470D3}"/>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6AD600A8-3ACB-F07B-4D4A-6326D8507803}"/>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EC62F7-C98C-C85F-E088-2D591BBDE7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11BA2414-E54C-E949-21E6-767392CE77F8}"/>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89DD5CF7-D180-8F31-9366-2CACE004E17C}"/>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0C4D8E6B-91A1-F858-892F-BAF1E968BD1A}"/>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92F94DA-C098-CB0F-E944-26713170EB49}"/>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E9AF30-C3D8-5CE0-4EAD-186339BADB11}"/>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F25F5CB4-7F71-87E9-AF4E-AE2B1234EC22}"/>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8CFD327-DFFB-D71C-E5F0-D9570807CB09}"/>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30D4B55-AE8C-9E9F-E02C-F2242C7D34EB}"/>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669EB84-CEBF-DD95-B40B-F022B54E7C6F}"/>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8B55D9B-CD92-8CF8-C0C4-5FA9282650A1}"/>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E75927A3-DF01-2307-B5EE-7DCEF5865353}"/>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338152CE-20CA-AF9D-68D7-8140F1481DC0}"/>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C586CEF6-8FAF-5E5C-7E91-0CCAA8662904}"/>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8C741ECB-75E8-7AAC-9104-801085A346BC}"/>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7AC2A984-56C3-559C-ADE4-CEC9E7DD6D12}"/>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657CB72F-4254-BD79-0F30-DF6FCA126F33}"/>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F6AFAEF4-A98E-53EB-C6C5-1ED44D35AB2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8A07596E-9B42-6E44-E7B7-88386BD7887A}"/>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D35DE418-3721-ECE5-BA19-FC6389A2F52A}"/>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39BE3E66-BE5E-46BF-0027-880A15FE94EB}"/>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3A8CE6F-C219-3554-A90F-95AC878B3CE8}"/>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ADC00B64-32B8-E87A-48D9-8C485445D4ED}"/>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0A8627F-2CAB-D156-D256-D30393B03E51}"/>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E1F9F825-3A3C-4CDD-AD9C-334B66F51E61}"/>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87F037AB-8120-2DB1-8BE4-835CE6D1D791}"/>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55A5AE9A-0CF2-848B-3322-E4104E941E37}"/>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FBD8984-880A-A57E-4BE2-F3FAD38AD50C}"/>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14DFAC0-DC5E-B258-F46E-DC4AB06CF9D8}"/>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4FF761E-1810-DF05-7AB4-8DE2734BAAE5}"/>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3D916403-6F99-8120-04C1-E228AF9D6E0A}"/>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24EC3A05-6C88-4541-8B35-781BEBD30F9E}"/>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FF79F470-7518-5A77-A769-7944AA491FEB}"/>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FC1C419-7A3A-B569-4138-FBF2C1C00D64}"/>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980B32A-D18A-1560-B505-43C210161849}"/>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6889C0E-B7E6-3FFF-F0F4-D84A8055382F}"/>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C0B843C-308E-0BB4-0D6A-B31F6F7610B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206A526-0198-D593-31F1-9F965DFEC74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47F9B2C1-C890-68ED-E824-E666EC17086F}"/>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EE70F41D-74CD-36A0-B957-A36A56508CC4}"/>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0055A270-4889-AE37-DE5C-1F1E10AED211}"/>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B614B26-6621-1B2A-54B4-EF12487DD55A}"/>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1ABCCADC-4ED1-B795-E1B2-3E5FF71EB713}"/>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6569B955-5BC9-2C6C-A750-3A5212546AAA}"/>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D2D6450A-20CC-392D-2BB8-0D5DAD544363}"/>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036E07F9-91E5-71C3-85C8-E80FC4B451CB}"/>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2121AE6A-BB19-E8FF-4D14-EECD4DB01FA3}"/>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EA19E350-BC3C-311A-B338-7F9F9055D8FA}"/>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837ED6BB-8E3B-49C9-A07B-5666A178B547}"/>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9C7ECA4-0750-56E6-9067-ECFA471A32A1}"/>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FC05B8-71D0-EF27-29E2-B11F7DA2EA4C}"/>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94D51F2-0C21-1501-7C46-4D899FCDD6A5}"/>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0F83515-F60E-47C3-A81B-1D15F00D5A13}"/>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7BD39FAB-17A6-6890-1363-82ADC45C3B64}"/>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44846E0-0C8E-B805-AA07-9D50714C839A}"/>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F4820D7-4253-7EF6-10B8-CE0F8DAE40D9}"/>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C36848C8-0F2E-4A78-4164-068EB2B229EF}"/>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8AE7AC44-551C-BCE1-3EF5-3BA89FBCD55C}"/>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3E0792D-AA7D-7E2C-4BCE-6E44C8C9AD13}"/>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4D7CF3B-0D84-C38F-7397-7FCD1798B6C6}"/>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D7BF59-A312-E047-C89C-CF2248AF6B48}"/>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CC70C9AA-0442-8F32-32BB-6D9AF1671DFA}"/>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0C7259B1-2C99-748D-B98E-63D26995DEA8}"/>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F68DBF14-0300-EDE7-8548-5335ACD20D9F}"/>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E3A5BDA-48A5-AE76-C442-019DB402B966}"/>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98B8DCE4-71BE-159D-5DBA-3A3EBC124782}"/>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7AF85BD-718C-AD86-3660-3F317E403477}"/>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CCE5DF4D-1F54-B1BE-E843-E5F3610AE782}"/>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6678DD45-3938-586C-256D-CCB8C89B655F}"/>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3EFDD367-98C6-578F-27CF-1C51677A6BE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AF95D5D-F7D0-A91A-B1B0-790DF90847CA}"/>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BF01A262-64ED-F0EB-90B5-1006F43D6738}"/>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2DB9443-BBAF-B053-2BC5-438B3E37821B}"/>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DADDA8A6-ABC3-9C88-FC68-010F720BF403}"/>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C60200D-917F-2D29-AD04-703A146A8C1C}"/>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9A5D7CC5-2E1E-87B6-028C-279E52D14097}"/>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60E25D2F-F435-3AC1-15B5-78A059D4CD9B}"/>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78AAED4-E5DF-4670-B776-98D4EA30A525}"/>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88145700-8165-A5D1-9479-B8064D58370D}"/>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E594F7A9-4008-D09B-CE9A-6A1318BFB7A4}"/>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3DBF8C59-20EF-FC4B-3BEA-219B995E77EF}"/>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97BAC95-F5A9-6D89-081D-D52E58DEE207}"/>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BFC6BFDE-C94F-BDDC-3ACB-B3E32A5D3023}"/>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679AE3F-7383-37BC-B7CF-F564DB35B52C}"/>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9A637D54-624E-3B08-115B-F6DA40EC9896}"/>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621F4F4E-310E-0218-05EA-F0BC90DC543F}"/>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75F51969-B6EB-8BCA-F3BE-690926D8A827}"/>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A52B0CB8-363C-A01D-64EA-4B0C13602951}"/>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D11EEBC-1024-B17D-94ED-E792373D1F4F}"/>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EAAE5FF5-4A6E-D528-06E6-B7E31149C2B0}"/>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15CCF508-1A92-F626-93EC-757C64A7B1E0}"/>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526BEC5-17FB-6F16-9928-4BBF350B2C59}"/>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0D2B79D0-CB30-A0E1-8347-E2E42E413851}"/>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1E2C5A2-87A6-3457-7265-BA1204005F56}"/>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F4331A73-213E-B5A0-05D3-098D934AFA6D}"/>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E2DC77C-367F-949A-30A4-D08106E8A49B}"/>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F422786-CCE8-57AD-9E7D-FC709FA678C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62A2324B-AB03-DE8F-C394-5BBE9CD94827}"/>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B2A4A300-0B64-3F55-48A0-34D4A76245AD}"/>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DF05D955-5D1F-BB6E-433C-1577C941B2E6}"/>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C5045A45-8786-755B-C335-4D5DBD254CCD}"/>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4FCAACB-5574-5A11-C856-C6E2B7EB17D4}"/>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FD9642C-2FAA-C900-E7F2-B519F90061FF}"/>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335EB5A-5508-07F9-A27A-9AE64C02430B}"/>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288EA56E-F138-643E-5972-83B53147BFB2}"/>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29449A97-CAC4-5C02-0504-965E4835645F}"/>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FFBD5E28-7458-12B5-ED0F-8BB9CA0C9C69}"/>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4BD12E57-DBB2-716D-6FD7-2191DABAD05A}"/>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DD7A8358-BE88-0EE7-E70C-8C7412578A85}"/>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049A891A-ADDC-C06A-F3E9-6494E8157088}"/>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D5A2F17F-B562-7852-E10B-EA141D9313E1}"/>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8C58FF87-46ED-BAA7-6CD0-C4F32A60559C}"/>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F271DB07-110D-1747-4A28-469F66EAEAFC}"/>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A11733DC-207E-0053-F2D6-4D77F2D6A745}"/>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C8B9376-380A-6011-C0D3-CE85E389C855}"/>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D9E9ADFF-E46C-4F6E-879D-C1EDADC539F1}"/>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5CCC937A-D847-5D09-D37B-E0FC2A44A0E3}"/>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BAA5722-FF51-5186-5A72-7B64C340F964}"/>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32411DC5-C4F0-894F-564C-2DA0ECCF7BA8}"/>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24C22021-F66C-248E-9C17-B23B342A5981}"/>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D172E379-2216-6FEE-1010-F4F0A3B58957}"/>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E007392A-D8FA-486C-E923-A4957B57401D}"/>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9D01458E-D97D-E7DC-06DE-B0CD484DBD9D}"/>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A8DF588-D18C-DB68-8580-F7902557CC73}"/>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4AB4C4F2-4230-C935-A58B-39DACD6090A4}"/>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E4D42CE8-9099-9A3F-D88D-5650DF352568}"/>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9E6347B-B3D9-1FD0-0BD4-1B2B38F5EF96}"/>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93054E11-A6C3-2A8A-DFED-6A3F4E5998D1}"/>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CB80D00-D6B9-D217-AE37-0ECA1DF15B4E}"/>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B6259240-2DC2-33B1-95C2-C8139BAA3692}"/>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7D562867-868D-C077-4136-DBFC8E98A252}"/>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B5E909AC-BB1E-20CE-DEEB-48D0A4BD9D98}"/>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D798F7FF-FD6F-B745-7D16-906BC7A7FD5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6646999B-57B8-97D6-30AD-AC67E3967455}"/>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1DFF930B-8B66-13BD-0DE7-0EB32613A310}"/>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5149DEF-6462-D98A-4F4E-6E5AAAAC5224}"/>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B878624-4EF7-50EC-F205-13C9A07A4CA1}"/>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72B8AD-3C6D-9713-159D-AEE0C1478F86}"/>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A2313318-D9BF-83A5-E21D-4A30B28BCD51}"/>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221925C8-402B-BC2C-25FC-E9421AB04926}"/>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C7E2C2B-6F0C-2DE4-D54D-D7ECC24C1492}"/>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7B07378-FA53-B843-2AE4-382ABCD2AD3B}"/>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3F2C793F-5C1A-2FEE-3525-85B2C0D1A5DF}"/>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B5997C40-C68B-7BA2-7C54-8498206435CC}"/>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828BADD3-5AE8-2D5D-8DE6-EFF203BDB12C}"/>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DEBAB633-DDCA-1C83-28A0-C21518582F83}"/>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729EB614-A1E7-0F15-E486-D3107C0EBEA0}"/>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E6076AB1-CD7E-2EB9-BC28-056436F0B95E}"/>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90395766-BAA5-F9AE-4076-3E600045B9F3}"/>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3C1ED15D-711E-3BED-E63C-D8F965653769}"/>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797C77D7-A4D7-6CCD-90E7-82495E08110B}"/>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0BFCF658-C534-CF8C-E7AF-91F0912B2C45}"/>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67CA443-86BB-6764-22DF-01A9E49E8320}"/>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67A3E0A-C838-66CD-8AAC-7C6554D8025E}"/>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70AC2C3-BB98-F92A-8FD2-48359AE17E36}"/>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E14D32FB-D628-E4D7-919F-659341C47038}"/>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391C0904-DC01-54AE-8662-A0CD75FBC5E3}"/>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83947B96-3ABB-294B-3E85-F2CFA2BBA46D}"/>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E338369-3499-E701-3A3F-9A97B9B561E4}"/>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A487DEF3-4217-6B60-B519-3A1DCB480DB4}"/>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320B3369-7B5E-95F0-62DC-8FD339BBCBCE}"/>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E5FACE2A-F399-9090-43B3-817CFD792088}"/>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600EEDA5-3061-C551-4C8D-0BE4F8DFD37A}"/>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CF7BF8D2-B08C-1007-FB3F-8F0B5D692B85}"/>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CC439EE-F2B5-0B9D-2EA9-A26E8D199E7A}"/>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090B68F6-D6B8-890E-F973-F9B9BDC0DD82}"/>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57BA045D-9A33-7455-87AE-4DED94479001}"/>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6E2D862-9C23-990B-507C-C17D431B83CD}"/>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9B4A0AC3-7B9C-5DC6-8728-4518D8EB94FA}"/>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F9597AEC-1222-9200-81F6-FA6B0C335690}"/>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DC1B5EE6-98EF-B433-16EF-9A8A7B638BCA}"/>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22CA664-0BED-9BF2-CE2B-85E5C6C960B7}"/>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6360EAA9-1A1B-58BA-8AB9-362554CC29CA}"/>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5CEA774-3A60-5E19-17FD-2FD24F825FBD}"/>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4787EEF2-CE6A-9610-C33F-E07DAB3B2747}"/>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CA71FEFC-75D8-5ADD-DF59-C9A90FBEF458}"/>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13BB15F5-DBAE-1212-C588-AF3D6B835741}"/>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C84D1FF1-DA91-1C1A-F48C-4777A34CB2E2}"/>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630E79A-3546-3BB2-2713-ED04FD14A233}"/>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08D105B-5ECC-9270-5CC8-B892367E5C8C}"/>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807370A-F76F-446D-7FD0-15D2E0512378}"/>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974F33CE-7249-7B68-EC26-8639D1A4763F}"/>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E0CDFDEF-36C8-1B1D-4DF2-F174FE4DEF5A}"/>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D24B1CDB-ECAE-C4E8-8016-C0ECB1BD33B0}"/>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E0B9C33E-3EAD-381A-6876-5BE9F5F7542E}"/>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C6B31BE7-10DE-85CF-BC4E-B1FFA4B90E42}"/>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FE2FDC0-4A04-8BF1-97FE-99BCCB6E4ECF}"/>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86D5963-1613-5BA0-6AFE-39C107CB7108}"/>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788C808-922B-FDDE-BA07-C258AAD5AA51}"/>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B5D0107-BC90-BF16-D052-37CB76AD44AC}"/>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941DDD73-6F12-5710-D062-9A939A581BDD}"/>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085C6C7-3D04-548F-01C9-3812664479C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0113ADC7-E53A-356B-E0DC-9F5B94A49C85}"/>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A9CA1AB-E85C-573D-9526-61C0B815858B}"/>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DF30EC2-F6F3-0F9A-F47E-DAFAABF1CD72}"/>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C14E9D5-91BD-1CC3-5928-3FADC56E2A2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A079F55-8FB9-1757-4C35-E6D6B63F073F}"/>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AC6EA30A-0EEA-6037-920B-F0C8B7468E0D}"/>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267AAB55-30BB-360E-FE21-0EC853E5BEC6}"/>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EFE3F953-FEEA-D85C-8ABF-5E81C8BD2FEC}"/>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439C036-FC2D-3F75-10A5-D123B646896C}"/>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83ED0FD5-1549-BC55-0E72-87A14A462807}"/>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5AE23BD4-44D6-8C1D-FC39-EEE78E62E917}"/>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B64F719F-1DED-3CC3-7327-7ED4B67BB00E}"/>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304B250-7DF3-2DBF-0DF3-09B4FF54B88B}"/>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3D86D5F-E96E-FF63-15FB-1C0E956D80DA}"/>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F2E78A12-9651-0688-C238-DFDDAFA1E4CB}"/>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AD45717B-6A1E-5906-0D9C-B8CEC830D757}"/>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320DB433-DD8D-BA2C-139B-81559772CA23}"/>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6F4B26A5-7576-918E-267A-724C12179C4C}"/>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03C19A8-4F86-CE8B-FF8B-7D40D6A77767}"/>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D56654D-469D-C39B-DED8-E2F777745B86}"/>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200204094"/>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250551052"/>
      </p:ext>
    </p:extLst>
  </p:cSld>
  <p:clrMapOvr>
    <a:masterClrMapping/>
  </p:clrMapOvr>
  <p:hf hdr="0"/>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54956" y="2861733"/>
            <a:ext cx="8825657" cy="1915647"/>
          </a:xfrm>
        </p:spPr>
        <p:txBody>
          <a:bodyPr anchor="b"/>
          <a:lstStyle>
            <a:lvl1pPr algn="l">
              <a:defRPr sz="4000" b="0" cap="none"/>
            </a:lvl1pPr>
          </a:lstStyle>
          <a:p>
            <a:r>
              <a:rPr lang="en-US"/>
              <a:t>Click to edit Master title style</a:t>
            </a:r>
            <a:endParaRPr lang="en-US" dirty="0"/>
          </a:p>
        </p:txBody>
      </p:sp>
      <p:sp>
        <p:nvSpPr>
          <p:cNvPr id="3" name="Text Placeholder 2"/>
          <p:cNvSpPr>
            <a:spLocks noGrp="1"/>
          </p:cNvSpPr>
          <p:nvPr>
            <p:ph type="body" idx="1"/>
          </p:nvPr>
        </p:nvSpPr>
        <p:spPr>
          <a:xfrm>
            <a:off x="1154955" y="4777381"/>
            <a:ext cx="8825658" cy="860400"/>
          </a:xfrm>
        </p:spPr>
        <p:txBody>
          <a:bodyPr anchor="t"/>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3942794756"/>
      </p:ext>
    </p:extLst>
  </p:cSld>
  <p:clrMapOvr>
    <a:masterClrMapping/>
  </p:clrMapOvr>
  <p:hf hdr="0"/>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103312" y="2060575"/>
            <a:ext cx="4396339" cy="4195763"/>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5654493" y="2056092"/>
            <a:ext cx="4396341" cy="4200245"/>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r>
              <a:rPr lang="en-US"/>
              <a:t>7/1/20XX</a:t>
            </a:r>
            <a:endParaRPr lang="en-US" dirty="0"/>
          </a:p>
        </p:txBody>
      </p:sp>
      <p:sp>
        <p:nvSpPr>
          <p:cNvPr id="6" name="Footer Placeholder 5"/>
          <p:cNvSpPr>
            <a:spLocks noGrp="1"/>
          </p:cNvSpPr>
          <p:nvPr>
            <p:ph type="ftr" sz="quarter" idx="11"/>
          </p:nvPr>
        </p:nvSpPr>
        <p:spPr/>
        <p:txBody>
          <a:bodyPr/>
          <a:lstStyle/>
          <a:p>
            <a:r>
              <a:rPr lang="en-US"/>
              <a:t>Pitch deck title</a:t>
            </a:r>
            <a:endParaRPr lang="en-US" dirty="0"/>
          </a:p>
        </p:txBody>
      </p:sp>
      <p:sp>
        <p:nvSpPr>
          <p:cNvPr id="7" name="Slide Number Placeholder 6"/>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97856594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1103313" y="1905000"/>
            <a:ext cx="43963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103312" y="2514600"/>
            <a:ext cx="4396339" cy="3741738"/>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5654495" y="1905000"/>
            <a:ext cx="439633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5654495" y="2514600"/>
            <a:ext cx="4396339" cy="3741738"/>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r>
              <a:rPr lang="en-US"/>
              <a:t>7/1/20XX</a:t>
            </a:r>
            <a:endParaRPr lang="en-US" dirty="0"/>
          </a:p>
        </p:txBody>
      </p:sp>
      <p:sp>
        <p:nvSpPr>
          <p:cNvPr id="8" name="Footer Placeholder 7"/>
          <p:cNvSpPr>
            <a:spLocks noGrp="1"/>
          </p:cNvSpPr>
          <p:nvPr>
            <p:ph type="ftr" sz="quarter" idx="11"/>
          </p:nvPr>
        </p:nvSpPr>
        <p:spPr/>
        <p:txBody>
          <a:bodyPr/>
          <a:lstStyle/>
          <a:p>
            <a:r>
              <a:rPr lang="en-US"/>
              <a:t>Pitch deck title</a:t>
            </a:r>
            <a:endParaRPr lang="en-US" dirty="0"/>
          </a:p>
        </p:txBody>
      </p:sp>
      <p:sp>
        <p:nvSpPr>
          <p:cNvPr id="9" name="Slide Number Placeholder 8"/>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403798867"/>
      </p:ext>
    </p:extLst>
  </p:cSld>
  <p:clrMapOvr>
    <a:masterClrMapping/>
  </p:clrMapOvr>
  <p:hf hdr="0"/>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7" name="Date Placeholder 2"/>
          <p:cNvSpPr>
            <a:spLocks noGrp="1"/>
          </p:cNvSpPr>
          <p:nvPr>
            <p:ph type="dt" sz="half" idx="10"/>
          </p:nvPr>
        </p:nvSpPr>
        <p:spPr/>
        <p:txBody>
          <a:bodyPr/>
          <a:lstStyle/>
          <a:p>
            <a:r>
              <a:rPr lang="en-US"/>
              <a:t>7/1/20XX</a:t>
            </a:r>
            <a:endParaRPr lang="en-US" dirty="0"/>
          </a:p>
        </p:txBody>
      </p:sp>
      <p:sp>
        <p:nvSpPr>
          <p:cNvPr id="5" name="Footer Placeholder 3"/>
          <p:cNvSpPr>
            <a:spLocks noGrp="1"/>
          </p:cNvSpPr>
          <p:nvPr>
            <p:ph type="ftr" sz="quarter" idx="11"/>
          </p:nvPr>
        </p:nvSpPr>
        <p:spPr/>
        <p:txBody>
          <a:bodyPr/>
          <a:lstStyle/>
          <a:p>
            <a:r>
              <a:rPr lang="en-US"/>
              <a:t>Pitch deck title</a:t>
            </a:r>
            <a:endParaRPr lang="en-US" dirty="0"/>
          </a:p>
        </p:txBody>
      </p:sp>
      <p:sp>
        <p:nvSpPr>
          <p:cNvPr id="6" name="Slide Number Placeholder 4"/>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623100719"/>
      </p:ext>
    </p:extLst>
  </p:cSld>
  <p:clrMapOvr>
    <a:masterClrMapping/>
  </p:clrMapOvr>
  <p:hf hdr="0"/>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7" name="Date Placeholder 1"/>
          <p:cNvSpPr>
            <a:spLocks noGrp="1"/>
          </p:cNvSpPr>
          <p:nvPr>
            <p:ph type="dt" sz="half" idx="10"/>
          </p:nvPr>
        </p:nvSpPr>
        <p:spPr/>
        <p:txBody>
          <a:bodyPr/>
          <a:lstStyle/>
          <a:p>
            <a:r>
              <a:rPr lang="en-US"/>
              <a:t>7/1/20XX</a:t>
            </a:r>
            <a:endParaRPr lang="en-US" dirty="0"/>
          </a:p>
        </p:txBody>
      </p:sp>
      <p:sp>
        <p:nvSpPr>
          <p:cNvPr id="5" name="Footer Placeholder 2"/>
          <p:cNvSpPr>
            <a:spLocks noGrp="1"/>
          </p:cNvSpPr>
          <p:nvPr>
            <p:ph type="ftr" sz="quarter" idx="11"/>
          </p:nvPr>
        </p:nvSpPr>
        <p:spPr/>
        <p:txBody>
          <a:bodyPr/>
          <a:lstStyle/>
          <a:p>
            <a:r>
              <a:rPr lang="en-US"/>
              <a:t>Pitch deck title</a:t>
            </a:r>
            <a:endParaRPr lang="en-US" dirty="0"/>
          </a:p>
        </p:txBody>
      </p:sp>
      <p:sp>
        <p:nvSpPr>
          <p:cNvPr id="6" name="Slide Number Placeholder 3"/>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189829749"/>
      </p:ext>
    </p:extLst>
  </p:cSld>
  <p:clrMapOvr>
    <a:masterClrMapping/>
  </p:clrMapOvr>
  <p:hf hdr="0"/>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54954" y="1447800"/>
            <a:ext cx="3401063" cy="1447800"/>
          </a:xfrm>
        </p:spPr>
        <p:txBody>
          <a:bodyPr anchor="b"/>
          <a:lstStyle>
            <a:lvl1pPr algn="l">
              <a:defRPr sz="2400" b="0"/>
            </a:lvl1pPr>
          </a:lstStyle>
          <a:p>
            <a:r>
              <a:rPr lang="en-US"/>
              <a:t>Click to edit Master title style</a:t>
            </a:r>
            <a:endParaRPr lang="en-US" dirty="0"/>
          </a:p>
        </p:txBody>
      </p:sp>
      <p:sp>
        <p:nvSpPr>
          <p:cNvPr id="3" name="Content Placeholder 2"/>
          <p:cNvSpPr>
            <a:spLocks noGrp="1"/>
          </p:cNvSpPr>
          <p:nvPr>
            <p:ph idx="1"/>
          </p:nvPr>
        </p:nvSpPr>
        <p:spPr>
          <a:xfrm>
            <a:off x="4784616" y="1447800"/>
            <a:ext cx="5195997" cy="4572000"/>
          </a:xfrm>
        </p:spPr>
        <p:txBody>
          <a:bodyPr anchor="ctr">
            <a:normAutofit/>
          </a:bodyPr>
          <a:lstStyle>
            <a:lvl1pPr>
              <a:defRPr sz="20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154955" y="3129280"/>
            <a:ext cx="3401062" cy="2895599"/>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7" name="Date Placeholder 4"/>
          <p:cNvSpPr>
            <a:spLocks noGrp="1"/>
          </p:cNvSpPr>
          <p:nvPr>
            <p:ph type="dt" sz="half" idx="10"/>
          </p:nvPr>
        </p:nvSpPr>
        <p:spPr/>
        <p:txBody>
          <a:bodyPr/>
          <a:lstStyle/>
          <a:p>
            <a:r>
              <a:rPr lang="en-US"/>
              <a:t>7/1/20XX</a:t>
            </a:r>
            <a:endParaRPr lang="en-US" dirty="0"/>
          </a:p>
        </p:txBody>
      </p:sp>
      <p:sp>
        <p:nvSpPr>
          <p:cNvPr id="5" name="Footer Placeholder 5"/>
          <p:cNvSpPr>
            <a:spLocks noGrp="1"/>
          </p:cNvSpPr>
          <p:nvPr>
            <p:ph type="ftr" sz="quarter" idx="11"/>
          </p:nvPr>
        </p:nvSpPr>
        <p:spPr/>
        <p:txBody>
          <a:bodyPr/>
          <a:lstStyle/>
          <a:p>
            <a:r>
              <a:rPr lang="en-US"/>
              <a:t>Pitch deck title</a:t>
            </a:r>
            <a:endParaRPr lang="en-US" dirty="0"/>
          </a:p>
        </p:txBody>
      </p:sp>
      <p:sp>
        <p:nvSpPr>
          <p:cNvPr id="6" name="Slide Number Placeholder 6"/>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68049414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53907" y="1854192"/>
            <a:ext cx="5092906" cy="1574808"/>
          </a:xfrm>
        </p:spPr>
        <p:txBody>
          <a:bodyPr anchor="b">
            <a:normAutofit/>
          </a:bodyPr>
          <a:lstStyle>
            <a:lvl1pPr algn="l">
              <a:defRPr sz="36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6949546" y="1143000"/>
            <a:ext cx="3200400"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4" name="Text Placeholder 3"/>
          <p:cNvSpPr>
            <a:spLocks noGrp="1"/>
          </p:cNvSpPr>
          <p:nvPr>
            <p:ph type="body" sz="half" idx="2"/>
          </p:nvPr>
        </p:nvSpPr>
        <p:spPr>
          <a:xfrm>
            <a:off x="1154954" y="3657600"/>
            <a:ext cx="5084979" cy="1371600"/>
          </a:xfrm>
        </p:spPr>
        <p:txBody>
          <a:bodyP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r>
              <a:rPr lang="en-US"/>
              <a:t>7/1/20XX</a:t>
            </a:r>
            <a:endParaRPr lang="en-US" dirty="0"/>
          </a:p>
        </p:txBody>
      </p:sp>
      <p:sp>
        <p:nvSpPr>
          <p:cNvPr id="6" name="Footer Placeholder 5"/>
          <p:cNvSpPr>
            <a:spLocks noGrp="1"/>
          </p:cNvSpPr>
          <p:nvPr>
            <p:ph type="ftr" sz="quarter" idx="11"/>
          </p:nvPr>
        </p:nvSpPr>
        <p:spPr/>
        <p:txBody>
          <a:bodyPr/>
          <a:lstStyle/>
          <a:p>
            <a:r>
              <a:rPr lang="en-US"/>
              <a:t>Pitch deck title</a:t>
            </a:r>
            <a:endParaRPr lang="en-US" dirty="0"/>
          </a:p>
        </p:txBody>
      </p:sp>
      <p:sp>
        <p:nvSpPr>
          <p:cNvPr id="7" name="Slide Number Placeholder 6"/>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4096695865"/>
      </p:ext>
    </p:extLst>
  </p:cSld>
  <p:clrMapOvr>
    <a:masterClrMapping/>
  </p:clrMapOvr>
  <p:hf hdr="0"/>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54956" y="4800587"/>
            <a:ext cx="8825657" cy="566738"/>
          </a:xfrm>
        </p:spPr>
        <p:txBody>
          <a:bodyPr anchor="b">
            <a:normAutofit/>
          </a:bodyPr>
          <a:lstStyle>
            <a:lvl1pPr algn="l">
              <a:defRPr sz="24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1154955" y="685799"/>
            <a:ext cx="8825658" cy="3640667"/>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4" name="Text Placeholder 3"/>
          <p:cNvSpPr>
            <a:spLocks noGrp="1"/>
          </p:cNvSpPr>
          <p:nvPr>
            <p:ph type="body" sz="half" idx="2"/>
          </p:nvPr>
        </p:nvSpPr>
        <p:spPr>
          <a:xfrm>
            <a:off x="1154956" y="5367325"/>
            <a:ext cx="8825656" cy="493712"/>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r>
              <a:rPr lang="en-US"/>
              <a:t>7/1/20XX</a:t>
            </a:r>
            <a:endParaRPr lang="en-US" dirty="0"/>
          </a:p>
        </p:txBody>
      </p:sp>
      <p:sp>
        <p:nvSpPr>
          <p:cNvPr id="6" name="Footer Placeholder 5"/>
          <p:cNvSpPr>
            <a:spLocks noGrp="1"/>
          </p:cNvSpPr>
          <p:nvPr>
            <p:ph type="ftr" sz="quarter" idx="11"/>
          </p:nvPr>
        </p:nvSpPr>
        <p:spPr/>
        <p:txBody>
          <a:bodyPr/>
          <a:lstStyle/>
          <a:p>
            <a:r>
              <a:rPr lang="en-US"/>
              <a:t>Pitch deck title</a:t>
            </a:r>
            <a:endParaRPr lang="en-US" dirty="0"/>
          </a:p>
        </p:txBody>
      </p:sp>
      <p:sp>
        <p:nvSpPr>
          <p:cNvPr id="7" name="Slide Number Placeholder 6"/>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547275287"/>
      </p:ext>
    </p:extLst>
  </p:cSld>
  <p:clrMapOvr>
    <a:masterClrMapping/>
  </p:clrMapOvr>
  <p:hf hdr="0"/>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1154954" y="1447800"/>
            <a:ext cx="8825659" cy="1981200"/>
          </a:xfrm>
        </p:spPr>
        <p:txBody>
          <a:bodyPr/>
          <a:lstStyle>
            <a:lvl1pPr>
              <a:defRPr sz="4800"/>
            </a:lvl1pPr>
          </a:lstStyle>
          <a:p>
            <a:r>
              <a:rPr lang="en-US"/>
              <a:t>Click to edit Master title style</a:t>
            </a:r>
            <a:endParaRPr lang="en-US" dirty="0"/>
          </a:p>
        </p:txBody>
      </p:sp>
      <p:sp>
        <p:nvSpPr>
          <p:cNvPr id="8" name="Text Placeholder 3"/>
          <p:cNvSpPr>
            <a:spLocks noGrp="1"/>
          </p:cNvSpPr>
          <p:nvPr>
            <p:ph type="body" sz="half" idx="2"/>
          </p:nvPr>
        </p:nvSpPr>
        <p:spPr>
          <a:xfrm>
            <a:off x="1154954" y="3657600"/>
            <a:ext cx="8825659" cy="23622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614475277"/>
      </p:ext>
    </p:extLst>
  </p:cSld>
  <p:clrMapOvr>
    <a:masterClrMapping/>
  </p:clrMapOvr>
  <p:hf hdr="0"/>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74800" y="1447800"/>
            <a:ext cx="7999315" cy="2323374"/>
          </a:xfrm>
        </p:spPr>
        <p:txBody>
          <a:bodyPr/>
          <a:lstStyle>
            <a:lvl1pPr>
              <a:defRPr sz="4800"/>
            </a:lvl1pPr>
          </a:lstStyle>
          <a:p>
            <a:r>
              <a:rPr lang="en-US"/>
              <a:t>Click to edit Master title style</a:t>
            </a:r>
            <a:endParaRPr lang="en-US" dirty="0"/>
          </a:p>
        </p:txBody>
      </p:sp>
      <p:sp>
        <p:nvSpPr>
          <p:cNvPr id="14" name="Text Placeholder 3"/>
          <p:cNvSpPr>
            <a:spLocks noGrp="1"/>
          </p:cNvSpPr>
          <p:nvPr>
            <p:ph type="body" sz="half" idx="13"/>
          </p:nvPr>
        </p:nvSpPr>
        <p:spPr>
          <a:xfrm>
            <a:off x="1930400" y="3771174"/>
            <a:ext cx="7279649" cy="342174"/>
          </a:xfrm>
        </p:spPr>
        <p:txBody>
          <a:bodyPr anchor="t">
            <a:normAutofit/>
          </a:bodyPr>
          <a:lstStyle>
            <a:lvl1pPr marL="0" indent="0">
              <a:buNone/>
              <a:defRPr lang="en-US" sz="1400" b="0" i="0" kern="1200" cap="small" dirty="0">
                <a:solidFill>
                  <a:schemeClr val="accent1">
                    <a:lumMod val="60000"/>
                    <a:lumOff val="40000"/>
                  </a:schemeClr>
                </a:solidFill>
                <a:latin typeface="+mj-lt"/>
                <a:ea typeface="+mj-ea"/>
                <a:cs typeface="+mj-cs"/>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0" name="Text Placeholder 3"/>
          <p:cNvSpPr>
            <a:spLocks noGrp="1"/>
          </p:cNvSpPr>
          <p:nvPr>
            <p:ph type="body" sz="half" idx="2"/>
          </p:nvPr>
        </p:nvSpPr>
        <p:spPr>
          <a:xfrm>
            <a:off x="1154954" y="4350657"/>
            <a:ext cx="8825659" cy="16764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
        <p:nvSpPr>
          <p:cNvPr id="12" name="TextBox 11"/>
          <p:cNvSpPr txBox="1"/>
          <p:nvPr/>
        </p:nvSpPr>
        <p:spPr>
          <a:xfrm>
            <a:off x="898295" y="971253"/>
            <a:ext cx="801912" cy="1969770"/>
          </a:xfrm>
          <a:prstGeom prst="rect">
            <a:avLst/>
          </a:prstGeom>
          <a:noFill/>
        </p:spPr>
        <p:txBody>
          <a:bodyPr wrap="square" rtlCol="0">
            <a:spAutoFit/>
          </a:bodyPr>
          <a:lstStyle/>
          <a:p>
            <a:pPr algn="r"/>
            <a:r>
              <a:rPr lang="en-US" sz="12200" b="0" i="0" dirty="0">
                <a:solidFill>
                  <a:schemeClr val="accent1">
                    <a:lumMod val="60000"/>
                    <a:lumOff val="40000"/>
                  </a:schemeClr>
                </a:solidFill>
                <a:latin typeface="Arial"/>
                <a:ea typeface="+mj-ea"/>
                <a:cs typeface="+mj-cs"/>
              </a:rPr>
              <a:t>“</a:t>
            </a:r>
          </a:p>
        </p:txBody>
      </p:sp>
      <p:sp>
        <p:nvSpPr>
          <p:cNvPr id="11" name="TextBox 10"/>
          <p:cNvSpPr txBox="1"/>
          <p:nvPr/>
        </p:nvSpPr>
        <p:spPr>
          <a:xfrm>
            <a:off x="9330490" y="2613787"/>
            <a:ext cx="801912" cy="1969770"/>
          </a:xfrm>
          <a:prstGeom prst="rect">
            <a:avLst/>
          </a:prstGeom>
          <a:noFill/>
        </p:spPr>
        <p:txBody>
          <a:bodyPr wrap="square" rtlCol="0">
            <a:spAutoFit/>
          </a:bodyPr>
          <a:lstStyle/>
          <a:p>
            <a:pPr algn="r"/>
            <a:r>
              <a:rPr lang="en-US" sz="12200" b="0" i="0" dirty="0">
                <a:solidFill>
                  <a:schemeClr val="accent1">
                    <a:lumMod val="60000"/>
                    <a:lumOff val="40000"/>
                  </a:schemeClr>
                </a:solidFill>
                <a:latin typeface="Arial"/>
                <a:ea typeface="+mj-ea"/>
                <a:cs typeface="+mj-cs"/>
              </a:rPr>
              <a:t>”</a:t>
            </a:r>
          </a:p>
        </p:txBody>
      </p:sp>
    </p:spTree>
    <p:extLst>
      <p:ext uri="{BB962C8B-B14F-4D97-AF65-F5344CB8AC3E}">
        <p14:creationId xmlns:p14="http://schemas.microsoft.com/office/powerpoint/2010/main" val="63278867"/>
      </p:ext>
    </p:extLst>
  </p:cSld>
  <p:clrMapOvr>
    <a:masterClrMapping/>
  </p:clrMapOvr>
  <p:hf hdr="0"/>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1154954" y="3124201"/>
            <a:ext cx="8825659" cy="1653180"/>
          </a:xfrm>
        </p:spPr>
        <p:txBody>
          <a:bodyPr anchor="b"/>
          <a:lstStyle>
            <a:lvl1pPr algn="l">
              <a:defRPr sz="4000" b="0" cap="none"/>
            </a:lvl1pPr>
          </a:lstStyle>
          <a:p>
            <a:r>
              <a:rPr lang="en-US"/>
              <a:t>Click to edit Master title style</a:t>
            </a:r>
            <a:endParaRPr lang="en-US" dirty="0"/>
          </a:p>
        </p:txBody>
      </p:sp>
      <p:sp>
        <p:nvSpPr>
          <p:cNvPr id="3" name="Text Placeholder 2"/>
          <p:cNvSpPr>
            <a:spLocks noGrp="1"/>
          </p:cNvSpPr>
          <p:nvPr>
            <p:ph type="body" idx="1"/>
          </p:nvPr>
        </p:nvSpPr>
        <p:spPr>
          <a:xfrm>
            <a:off x="1154955" y="4777381"/>
            <a:ext cx="8825658"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02723837"/>
      </p:ext>
    </p:extLst>
  </p:cSld>
  <p:clrMapOvr>
    <a:masterClrMapping/>
  </p:clrMapOvr>
  <p:hf hdr="0"/>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200"/>
            </a:lvl1pPr>
          </a:lstStyle>
          <a:p>
            <a:r>
              <a:rPr lang="en-US"/>
              <a:t>Click to edit Master title style</a:t>
            </a:r>
            <a:endParaRPr lang="en-US" dirty="0"/>
          </a:p>
        </p:txBody>
      </p:sp>
      <p:sp>
        <p:nvSpPr>
          <p:cNvPr id="3" name="Text Placeholder 2"/>
          <p:cNvSpPr>
            <a:spLocks noGrp="1"/>
          </p:cNvSpPr>
          <p:nvPr>
            <p:ph type="body" idx="1"/>
          </p:nvPr>
        </p:nvSpPr>
        <p:spPr>
          <a:xfrm>
            <a:off x="632947" y="1981200"/>
            <a:ext cx="2946866"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6" name="Text Placeholder 3"/>
          <p:cNvSpPr>
            <a:spLocks noGrp="1"/>
          </p:cNvSpPr>
          <p:nvPr>
            <p:ph type="body" sz="half" idx="15"/>
          </p:nvPr>
        </p:nvSpPr>
        <p:spPr>
          <a:xfrm>
            <a:off x="652463" y="2667000"/>
            <a:ext cx="2927350"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Text Placeholder 4"/>
          <p:cNvSpPr>
            <a:spLocks noGrp="1"/>
          </p:cNvSpPr>
          <p:nvPr>
            <p:ph type="body" sz="quarter" idx="3"/>
          </p:nvPr>
        </p:nvSpPr>
        <p:spPr>
          <a:xfrm>
            <a:off x="3883659" y="1981200"/>
            <a:ext cx="2936241"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9" name="Text Placeholder 3"/>
          <p:cNvSpPr>
            <a:spLocks noGrp="1"/>
          </p:cNvSpPr>
          <p:nvPr>
            <p:ph type="body" sz="half" idx="16"/>
          </p:nvPr>
        </p:nvSpPr>
        <p:spPr>
          <a:xfrm>
            <a:off x="3873106" y="2667000"/>
            <a:ext cx="2946794"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4" name="Text Placeholder 4"/>
          <p:cNvSpPr>
            <a:spLocks noGrp="1"/>
          </p:cNvSpPr>
          <p:nvPr>
            <p:ph type="body" sz="quarter" idx="13"/>
          </p:nvPr>
        </p:nvSpPr>
        <p:spPr>
          <a:xfrm>
            <a:off x="7124700" y="1981200"/>
            <a:ext cx="2932113"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0" name="Text Placeholder 3"/>
          <p:cNvSpPr>
            <a:spLocks noGrp="1"/>
          </p:cNvSpPr>
          <p:nvPr>
            <p:ph type="body" sz="half" idx="17"/>
          </p:nvPr>
        </p:nvSpPr>
        <p:spPr>
          <a:xfrm>
            <a:off x="7124700" y="2667000"/>
            <a:ext cx="2932113" cy="358933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cxnSp>
        <p:nvCxnSpPr>
          <p:cNvPr id="17" name="Straight Connector 16"/>
          <p:cNvCxnSpPr/>
          <p:nvPr/>
        </p:nvCxnSpPr>
        <p:spPr>
          <a:xfrm>
            <a:off x="3726142" y="2133600"/>
            <a:ext cx="0" cy="3962400"/>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6962227" y="2133600"/>
            <a:ext cx="0" cy="3966882"/>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3"/>
          <p:cNvSpPr>
            <a:spLocks noGrp="1"/>
          </p:cNvSpPr>
          <p:nvPr>
            <p:ph type="dt" sz="half" idx="10"/>
          </p:nvPr>
        </p:nvSpPr>
        <p:spPr/>
        <p:txBody>
          <a:bodyPr/>
          <a:lstStyle/>
          <a:p>
            <a:r>
              <a:rPr lang="en-US"/>
              <a:t>7/1/20XX</a:t>
            </a:r>
            <a:endParaRPr lang="en-US" dirty="0"/>
          </a:p>
        </p:txBody>
      </p:sp>
      <p:sp>
        <p:nvSpPr>
          <p:cNvPr id="4"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14467605"/>
      </p:ext>
    </p:extLst>
  </p:cSld>
  <p:clrMapOvr>
    <a:masterClrMapping/>
  </p:clrMapOvr>
  <p:hf hdr="0"/>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200"/>
            </a:lvl1pPr>
          </a:lstStyle>
          <a:p>
            <a:r>
              <a:rPr lang="en-US"/>
              <a:t>Click to edit Master title style</a:t>
            </a:r>
            <a:endParaRPr lang="en-US" dirty="0"/>
          </a:p>
        </p:txBody>
      </p:sp>
      <p:sp>
        <p:nvSpPr>
          <p:cNvPr id="3" name="Text Placeholder 2"/>
          <p:cNvSpPr>
            <a:spLocks noGrp="1"/>
          </p:cNvSpPr>
          <p:nvPr>
            <p:ph type="body" idx="1"/>
          </p:nvPr>
        </p:nvSpPr>
        <p:spPr>
          <a:xfrm>
            <a:off x="652463" y="4250949"/>
            <a:ext cx="2940050"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9" name="Picture Placeholder 2"/>
          <p:cNvSpPr>
            <a:spLocks noGrp="1" noChangeAspect="1"/>
          </p:cNvSpPr>
          <p:nvPr>
            <p:ph type="pic" idx="15"/>
          </p:nvPr>
        </p:nvSpPr>
        <p:spPr>
          <a:xfrm>
            <a:off x="652463" y="2209800"/>
            <a:ext cx="2940050"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22" name="Text Placeholder 3"/>
          <p:cNvSpPr>
            <a:spLocks noGrp="1"/>
          </p:cNvSpPr>
          <p:nvPr>
            <p:ph type="body" sz="half" idx="18"/>
          </p:nvPr>
        </p:nvSpPr>
        <p:spPr>
          <a:xfrm>
            <a:off x="652463" y="4827211"/>
            <a:ext cx="2940050"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Text Placeholder 4"/>
          <p:cNvSpPr>
            <a:spLocks noGrp="1"/>
          </p:cNvSpPr>
          <p:nvPr>
            <p:ph type="body" sz="quarter" idx="3"/>
          </p:nvPr>
        </p:nvSpPr>
        <p:spPr>
          <a:xfrm>
            <a:off x="3889375" y="4250949"/>
            <a:ext cx="2930525"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30" name="Picture Placeholder 2"/>
          <p:cNvSpPr>
            <a:spLocks noGrp="1" noChangeAspect="1"/>
          </p:cNvSpPr>
          <p:nvPr>
            <p:ph type="pic" idx="21"/>
          </p:nvPr>
        </p:nvSpPr>
        <p:spPr>
          <a:xfrm>
            <a:off x="3889374" y="2209800"/>
            <a:ext cx="2930525"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23" name="Text Placeholder 3"/>
          <p:cNvSpPr>
            <a:spLocks noGrp="1"/>
          </p:cNvSpPr>
          <p:nvPr>
            <p:ph type="body" sz="half" idx="19"/>
          </p:nvPr>
        </p:nvSpPr>
        <p:spPr>
          <a:xfrm>
            <a:off x="3888022" y="4827210"/>
            <a:ext cx="2934406"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4" name="Text Placeholder 4"/>
          <p:cNvSpPr>
            <a:spLocks noGrp="1"/>
          </p:cNvSpPr>
          <p:nvPr>
            <p:ph type="body" sz="quarter" idx="13"/>
          </p:nvPr>
        </p:nvSpPr>
        <p:spPr>
          <a:xfrm>
            <a:off x="7124700" y="4250949"/>
            <a:ext cx="2932113"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31" name="Picture Placeholder 2"/>
          <p:cNvSpPr>
            <a:spLocks noGrp="1" noChangeAspect="1"/>
          </p:cNvSpPr>
          <p:nvPr>
            <p:ph type="pic" idx="22"/>
          </p:nvPr>
        </p:nvSpPr>
        <p:spPr>
          <a:xfrm>
            <a:off x="7124699" y="2209800"/>
            <a:ext cx="2932113" cy="1524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24" name="Text Placeholder 3"/>
          <p:cNvSpPr>
            <a:spLocks noGrp="1"/>
          </p:cNvSpPr>
          <p:nvPr>
            <p:ph type="body" sz="half" idx="20"/>
          </p:nvPr>
        </p:nvSpPr>
        <p:spPr>
          <a:xfrm>
            <a:off x="7124575" y="4827208"/>
            <a:ext cx="2935997" cy="659189"/>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cxnSp>
        <p:nvCxnSpPr>
          <p:cNvPr id="17" name="Straight Connector 16"/>
          <p:cNvCxnSpPr/>
          <p:nvPr/>
        </p:nvCxnSpPr>
        <p:spPr>
          <a:xfrm>
            <a:off x="3726142" y="2133600"/>
            <a:ext cx="0" cy="3962400"/>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6962227" y="2133600"/>
            <a:ext cx="0" cy="3966882"/>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3"/>
          <p:cNvSpPr>
            <a:spLocks noGrp="1"/>
          </p:cNvSpPr>
          <p:nvPr>
            <p:ph type="dt" sz="half" idx="10"/>
          </p:nvPr>
        </p:nvSpPr>
        <p:spPr/>
        <p:txBody>
          <a:bodyPr/>
          <a:lstStyle/>
          <a:p>
            <a:r>
              <a:rPr lang="en-US"/>
              <a:t>7/1/20XX</a:t>
            </a:r>
            <a:endParaRPr lang="en-US" dirty="0"/>
          </a:p>
        </p:txBody>
      </p:sp>
      <p:sp>
        <p:nvSpPr>
          <p:cNvPr id="4"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467523236"/>
      </p:ext>
    </p:extLst>
  </p:cSld>
  <p:clrMapOvr>
    <a:masterClrMapping/>
  </p:clrMapOvr>
  <p:hf hdr="0"/>
</p:sldLayout>
</file>

<file path=ppt/slideLayouts/slideLayout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nchor="t"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978009871"/>
      </p:ext>
    </p:extLst>
  </p:cSld>
  <p:clrMapOvr>
    <a:masterClrMapping/>
  </p:clrMapOvr>
  <p:hf hdr="0"/>
</p:sldLayout>
</file>

<file path=ppt/slideLayouts/slideLayout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304212" y="430213"/>
            <a:ext cx="1752601" cy="5826125"/>
          </a:xfrm>
        </p:spPr>
        <p:txBody>
          <a:bodyPr vert="eaVert" anchor="b" anchorCtr="0"/>
          <a:lstStyle/>
          <a:p>
            <a:r>
              <a:rPr lang="en-US"/>
              <a:t>Click to edit Master title style</a:t>
            </a:r>
            <a:endParaRPr lang="en-US" dirty="0"/>
          </a:p>
        </p:txBody>
      </p:sp>
      <p:sp>
        <p:nvSpPr>
          <p:cNvPr id="3" name="Vertical Text Placeholder 2"/>
          <p:cNvSpPr>
            <a:spLocks noGrp="1"/>
          </p:cNvSpPr>
          <p:nvPr>
            <p:ph type="body" orient="vert" idx="1"/>
          </p:nvPr>
        </p:nvSpPr>
        <p:spPr>
          <a:xfrm>
            <a:off x="652463" y="887414"/>
            <a:ext cx="7423149" cy="536892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r>
              <a:rPr lang="en-US"/>
              <a:t>7/1/20XX</a:t>
            </a:r>
            <a:endParaRPr lang="en-US" dirty="0"/>
          </a:p>
        </p:txBody>
      </p:sp>
      <p:sp>
        <p:nvSpPr>
          <p:cNvPr id="5" name="Footer Placeholder 4"/>
          <p:cNvSpPr>
            <a:spLocks noGrp="1"/>
          </p:cNvSpPr>
          <p:nvPr>
            <p:ph type="ftr" sz="quarter" idx="11"/>
          </p:nvPr>
        </p:nvSpPr>
        <p:spPr/>
        <p:txBody>
          <a:bodyPr/>
          <a:lstStyle/>
          <a:p>
            <a:r>
              <a:rPr lang="en-US"/>
              <a:t>Pitch deck title</a:t>
            </a:r>
            <a:endParaRPr lang="en-US" dirty="0"/>
          </a:p>
        </p:txBody>
      </p:sp>
      <p:sp>
        <p:nvSpPr>
          <p:cNvPr id="6" name="Slide Number Placeholder 5"/>
          <p:cNvSpPr>
            <a:spLocks noGrp="1"/>
          </p:cNvSpPr>
          <p:nvPr>
            <p:ph type="sldNum" sz="quarter" idx="12"/>
          </p:nvPr>
        </p:nvSpPr>
        <p:spPr/>
        <p:txBody>
          <a:body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249543920"/>
      </p:ext>
    </p:extLst>
  </p:cSld>
  <p:clrMapOvr>
    <a:masterClrMapping/>
  </p:clrMapOvr>
  <p:hf hdr="0"/>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18" Type="http://schemas.openxmlformats.org/officeDocument/2006/relationships/theme" Target="../theme/theme2.xml"/><Relationship Id="rId3" Type="http://schemas.openxmlformats.org/officeDocument/2006/relationships/slideLayout" Target="../slideLayouts/slideLayout26.xml"/><Relationship Id="rId21" Type="http://schemas.openxmlformats.org/officeDocument/2006/relationships/image" Target="../media/image4.png"/><Relationship Id="rId7" Type="http://schemas.openxmlformats.org/officeDocument/2006/relationships/slideLayout" Target="../slideLayouts/slideLayout30.xml"/><Relationship Id="rId12" Type="http://schemas.openxmlformats.org/officeDocument/2006/relationships/slideLayout" Target="../slideLayouts/slideLayout35.xml"/><Relationship Id="rId17" Type="http://schemas.openxmlformats.org/officeDocument/2006/relationships/slideLayout" Target="../slideLayouts/slideLayout40.xml"/><Relationship Id="rId2" Type="http://schemas.openxmlformats.org/officeDocument/2006/relationships/slideLayout" Target="../slideLayouts/slideLayout25.xml"/><Relationship Id="rId16" Type="http://schemas.openxmlformats.org/officeDocument/2006/relationships/slideLayout" Target="../slideLayouts/slideLayout39.xml"/><Relationship Id="rId20" Type="http://schemas.openxmlformats.org/officeDocument/2006/relationships/image" Target="../media/image3.png"/><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slideLayout" Target="../slideLayouts/slideLayout38.xml"/><Relationship Id="rId10" Type="http://schemas.openxmlformats.org/officeDocument/2006/relationships/slideLayout" Target="../slideLayouts/slideLayout33.xml"/><Relationship Id="rId19" Type="http://schemas.openxmlformats.org/officeDocument/2006/relationships/image" Target="../media/image2.png"/><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 Id="rId22" Type="http://schemas.openxmlformats.org/officeDocument/2006/relationships/image" Target="../media/image5.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1920">
          <p15:clr>
            <a:srgbClr val="F26B43"/>
          </p15:clr>
        </p15:guide>
        <p15:guide id="3" pos="5760">
          <p15:clr>
            <a:srgbClr val="F26B43"/>
          </p15:clr>
        </p15:guide>
        <p15:guide id="4" pos="7104">
          <p15:clr>
            <a:srgbClr val="C35EA4"/>
          </p15:clr>
        </p15:guide>
        <p15:guide id="5" pos="576">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pic>
        <p:nvPicPr>
          <p:cNvPr id="8" name="Picture 7"/>
          <p:cNvPicPr>
            <a:picLocks noChangeAspect="1"/>
          </p:cNvPicPr>
          <p:nvPr/>
        </p:nvPicPr>
        <p:blipFill rotWithShape="1">
          <a:blip r:embed="rId19">
            <a:extLst>
              <a:ext uri="{28A0092B-C50C-407E-A947-70E740481C1C}">
                <a14:useLocalDpi xmlns:a14="http://schemas.microsoft.com/office/drawing/2010/main" val="0"/>
              </a:ext>
            </a:extLst>
          </a:blip>
          <a:srcRect l="3644"/>
          <a:stretch/>
        </p:blipFill>
        <p:spPr>
          <a:xfrm>
            <a:off x="0" y="2669685"/>
            <a:ext cx="4035669" cy="4188315"/>
          </a:xfrm>
          <a:prstGeom prst="rect">
            <a:avLst/>
          </a:prstGeom>
        </p:spPr>
      </p:pic>
      <p:pic>
        <p:nvPicPr>
          <p:cNvPr id="7" name="Picture 6"/>
          <p:cNvPicPr>
            <a:picLocks noChangeAspect="1"/>
          </p:cNvPicPr>
          <p:nvPr/>
        </p:nvPicPr>
        <p:blipFill rotWithShape="1">
          <a:blip r:embed="rId20">
            <a:extLst>
              <a:ext uri="{28A0092B-C50C-407E-A947-70E740481C1C}">
                <a14:useLocalDpi xmlns:a14="http://schemas.microsoft.com/office/drawing/2010/main" val="0"/>
              </a:ext>
            </a:extLst>
          </a:blip>
          <a:srcRect l="35640"/>
          <a:stretch/>
        </p:blipFill>
        <p:spPr>
          <a:xfrm>
            <a:off x="0" y="2892347"/>
            <a:ext cx="1522412" cy="2365453"/>
          </a:xfrm>
          <a:prstGeom prst="rect">
            <a:avLst/>
          </a:prstGeom>
        </p:spPr>
      </p:pic>
      <p:sp>
        <p:nvSpPr>
          <p:cNvPr id="16" name="Oval 15"/>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pic>
        <p:nvPicPr>
          <p:cNvPr id="9" name="Picture 8"/>
          <p:cNvPicPr>
            <a:picLocks noChangeAspect="1"/>
          </p:cNvPicPr>
          <p:nvPr/>
        </p:nvPicPr>
        <p:blipFill rotWithShape="1">
          <a:blip r:embed="rId21">
            <a:extLst>
              <a:ext uri="{28A0092B-C50C-407E-A947-70E740481C1C}">
                <a14:useLocalDpi xmlns:a14="http://schemas.microsoft.com/office/drawing/2010/main" val="0"/>
              </a:ext>
            </a:extLst>
          </a:blip>
          <a:srcRect t="28813"/>
          <a:stretch/>
        </p:blipFill>
        <p:spPr>
          <a:xfrm>
            <a:off x="7999412" y="0"/>
            <a:ext cx="1603387" cy="1141407"/>
          </a:xfrm>
          <a:prstGeom prst="rect">
            <a:avLst/>
          </a:prstGeom>
        </p:spPr>
      </p:pic>
      <p:pic>
        <p:nvPicPr>
          <p:cNvPr id="10" name="Picture 9"/>
          <p:cNvPicPr>
            <a:picLocks noChangeAspect="1"/>
          </p:cNvPicPr>
          <p:nvPr/>
        </p:nvPicPr>
        <p:blipFill rotWithShape="1">
          <a:blip r:embed="rId22">
            <a:extLst>
              <a:ext uri="{28A0092B-C50C-407E-A947-70E740481C1C}">
                <a14:useLocalDpi xmlns:a14="http://schemas.microsoft.com/office/drawing/2010/main" val="0"/>
              </a:ext>
            </a:extLst>
          </a:blip>
          <a:srcRect b="23320"/>
          <a:stretch/>
        </p:blipFill>
        <p:spPr>
          <a:xfrm>
            <a:off x="8609012" y="6096000"/>
            <a:ext cx="993734" cy="762000"/>
          </a:xfrm>
          <a:prstGeom prst="rect">
            <a:avLst/>
          </a:prstGeom>
        </p:spPr>
      </p:pic>
      <p:sp>
        <p:nvSpPr>
          <p:cNvPr id="1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Placeholder 1"/>
          <p:cNvSpPr>
            <a:spLocks noGrp="1"/>
          </p:cNvSpPr>
          <p:nvPr>
            <p:ph type="title"/>
          </p:nvPr>
        </p:nvSpPr>
        <p:spPr>
          <a:xfrm>
            <a:off x="646111" y="452718"/>
            <a:ext cx="9404723" cy="1400530"/>
          </a:xfrm>
          <a:prstGeom prst="rect">
            <a:avLst/>
          </a:prstGeom>
        </p:spPr>
        <p:txBody>
          <a:bodyPr vert="horz" lIns="91440" tIns="45720" rIns="91440" bIns="45720" rtlCol="0" anchor="t">
            <a:noAutofit/>
          </a:bodyPr>
          <a:lstStyle/>
          <a:p>
            <a:r>
              <a:rPr lang="en-US"/>
              <a:t>Click to edit Master title style</a:t>
            </a:r>
            <a:endParaRPr lang="en-US" dirty="0"/>
          </a:p>
        </p:txBody>
      </p:sp>
      <p:sp>
        <p:nvSpPr>
          <p:cNvPr id="3" name="Text Placeholder 2"/>
          <p:cNvSpPr>
            <a:spLocks noGrp="1"/>
          </p:cNvSpPr>
          <p:nvPr>
            <p:ph type="body" idx="1"/>
          </p:nvPr>
        </p:nvSpPr>
        <p:spPr>
          <a:xfrm>
            <a:off x="1103312" y="2052918"/>
            <a:ext cx="8946541" cy="4195481"/>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rot="5400000">
            <a:off x="10155639" y="1790701"/>
            <a:ext cx="990599" cy="304799"/>
          </a:xfrm>
          <a:prstGeom prst="rect">
            <a:avLst/>
          </a:prstGeom>
        </p:spPr>
        <p:txBody>
          <a:bodyPr vert="horz" lIns="91440" tIns="45720" rIns="91440" bIns="45720" rtlCol="0" anchor="t"/>
          <a:lstStyle>
            <a:lvl1pPr algn="l">
              <a:defRPr sz="1100" b="0" i="0">
                <a:solidFill>
                  <a:schemeClr val="tx1">
                    <a:tint val="75000"/>
                    <a:alpha val="60000"/>
                  </a:schemeClr>
                </a:solidFill>
              </a:defRPr>
            </a:lvl1pPr>
          </a:lstStyle>
          <a:p>
            <a:r>
              <a:rPr lang="en-US"/>
              <a:t>7/1/20XX</a:t>
            </a:r>
            <a:endParaRPr lang="en-US" dirty="0"/>
          </a:p>
        </p:txBody>
      </p:sp>
      <p:sp>
        <p:nvSpPr>
          <p:cNvPr id="5" name="Footer Placeholder 4"/>
          <p:cNvSpPr>
            <a:spLocks noGrp="1"/>
          </p:cNvSpPr>
          <p:nvPr>
            <p:ph type="ftr" sz="quarter" idx="3"/>
          </p:nvPr>
        </p:nvSpPr>
        <p:spPr>
          <a:xfrm rot="5400000">
            <a:off x="8951573" y="3225297"/>
            <a:ext cx="3859795" cy="304801"/>
          </a:xfrm>
          <a:prstGeom prst="rect">
            <a:avLst/>
          </a:prstGeom>
        </p:spPr>
        <p:txBody>
          <a:bodyPr vert="horz" lIns="91440" tIns="45720" rIns="91440" bIns="45720" rtlCol="0" anchor="b"/>
          <a:lstStyle>
            <a:lvl1pPr algn="l">
              <a:defRPr sz="1100" b="0" i="0">
                <a:solidFill>
                  <a:schemeClr val="tx1">
                    <a:tint val="75000"/>
                    <a:alpha val="60000"/>
                  </a:schemeClr>
                </a:solidFill>
              </a:defRPr>
            </a:lvl1pPr>
          </a:lstStyle>
          <a:p>
            <a:r>
              <a:rPr lang="en-US"/>
              <a:t>Pitch deck title</a:t>
            </a:r>
            <a:endParaRPr lang="en-US" dirty="0"/>
          </a:p>
        </p:txBody>
      </p:sp>
      <p:sp>
        <p:nvSpPr>
          <p:cNvPr id="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tx1">
                    <a:tint val="75000"/>
                  </a:schemeClr>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30177539"/>
      </p:ext>
    </p:extLst>
  </p:cSld>
  <p:clrMap bg1="dk1" tx1="lt1" bg2="dk2" tx2="lt2" accent1="accent1" accent2="accent2" accent3="accent3" accent4="accent4" accent5="accent5" accent6="accent6" hlink="hlink" folHlink="folHlink"/>
  <p:sldLayoutIdLst>
    <p:sldLayoutId id="2147483764" r:id="rId1"/>
    <p:sldLayoutId id="2147483765" r:id="rId2"/>
    <p:sldLayoutId id="2147483766" r:id="rId3"/>
    <p:sldLayoutId id="2147483767" r:id="rId4"/>
    <p:sldLayoutId id="2147483768" r:id="rId5"/>
    <p:sldLayoutId id="2147483769" r:id="rId6"/>
    <p:sldLayoutId id="2147483770" r:id="rId7"/>
    <p:sldLayoutId id="2147483771" r:id="rId8"/>
    <p:sldLayoutId id="2147483772" r:id="rId9"/>
    <p:sldLayoutId id="2147483773" r:id="rId10"/>
    <p:sldLayoutId id="2147483774" r:id="rId11"/>
    <p:sldLayoutId id="2147483775" r:id="rId12"/>
    <p:sldLayoutId id="2147483776" r:id="rId13"/>
    <p:sldLayoutId id="2147483777" r:id="rId14"/>
    <p:sldLayoutId id="2147483778" r:id="rId15"/>
    <p:sldLayoutId id="2147483779" r:id="rId16"/>
    <p:sldLayoutId id="2147483780" r:id="rId17"/>
  </p:sldLayoutIdLst>
  <p:hf hdr="0"/>
  <p:txStyles>
    <p:titleStyle>
      <a:lvl1pPr algn="l" defTabSz="457200" rtl="0" eaLnBrk="1" latinLnBrk="0" hangingPunct="1">
        <a:spcBef>
          <a:spcPct val="0"/>
        </a:spcBef>
        <a:buNone/>
        <a:defRPr sz="42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2000" b="0" i="0" kern="1200">
          <a:solidFill>
            <a:schemeClr val="tx1"/>
          </a:solidFill>
          <a:latin typeface="+mj-lt"/>
          <a:ea typeface="+mj-ea"/>
          <a:cs typeface="+mj-cs"/>
        </a:defRPr>
      </a:lvl1pPr>
      <a:lvl2pPr marL="742950" indent="-28575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800" b="0" i="0" kern="1200">
          <a:solidFill>
            <a:schemeClr val="tx1"/>
          </a:solidFill>
          <a:latin typeface="+mj-lt"/>
          <a:ea typeface="+mj-ea"/>
          <a:cs typeface="+mj-cs"/>
        </a:defRPr>
      </a:lvl2pPr>
      <a:lvl3pPr marL="11430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600" b="0" i="0" kern="1200">
          <a:solidFill>
            <a:schemeClr val="tx1"/>
          </a:solidFill>
          <a:latin typeface="+mj-lt"/>
          <a:ea typeface="+mj-ea"/>
          <a:cs typeface="+mj-cs"/>
        </a:defRPr>
      </a:lvl3pPr>
      <a:lvl4pPr marL="16002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4pPr>
      <a:lvl5pPr marL="20574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5pPr>
      <a:lvl6pPr marL="25146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6pPr>
      <a:lvl7pPr marL="29718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7pPr>
      <a:lvl8pPr marL="34290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8pPr>
      <a:lvl9pPr marL="3886200" indent="-228600" algn="l" defTabSz="457200" rtl="0" eaLnBrk="1" latinLnBrk="0" hangingPunct="1">
        <a:spcBef>
          <a:spcPts val="1000"/>
        </a:spcBef>
        <a:spcAft>
          <a:spcPts val="0"/>
        </a:spcAft>
        <a:buClr>
          <a:schemeClr val="accent1">
            <a:lumMod val="60000"/>
            <a:lumOff val="40000"/>
          </a:schemeClr>
        </a:buClr>
        <a:buSzPct val="80000"/>
        <a:buFont typeface="Wingdings 3" charset="2"/>
        <a:buChar char=""/>
        <a:defRPr sz="1400" b="0" i="0" kern="1200">
          <a:solidFill>
            <a:schemeClr val="tx1"/>
          </a:solidFill>
          <a:latin typeface="+mj-lt"/>
          <a:ea typeface="+mj-ea"/>
          <a:cs typeface="+mj-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svg"/><Relationship Id="rId7" Type="http://schemas.openxmlformats.org/officeDocument/2006/relationships/image" Target="../media/image12.svg"/><Relationship Id="rId2" Type="http://schemas.openxmlformats.org/officeDocument/2006/relationships/image" Target="../media/image7.png"/><Relationship Id="rId1" Type="http://schemas.openxmlformats.org/officeDocument/2006/relationships/slideLayout" Target="../slideLayouts/slideLayout6.xml"/><Relationship Id="rId6" Type="http://schemas.openxmlformats.org/officeDocument/2006/relationships/image" Target="../media/image11.png"/><Relationship Id="rId5" Type="http://schemas.openxmlformats.org/officeDocument/2006/relationships/image" Target="../media/image10.svg"/><Relationship Id="rId4" Type="http://schemas.openxmlformats.org/officeDocument/2006/relationships/image" Target="../media/image9.png"/><Relationship Id="rId9" Type="http://schemas.openxmlformats.org/officeDocument/2006/relationships/image" Target="../media/image14.svg"/></Relationships>
</file>

<file path=ppt/slides/_rels/slide6.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0.svg"/><Relationship Id="rId7"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Layout" Target="../slideLayouts/slideLayout8.xml"/><Relationship Id="rId6" Type="http://schemas.openxmlformats.org/officeDocument/2006/relationships/image" Target="../media/image15.png"/><Relationship Id="rId5" Type="http://schemas.openxmlformats.org/officeDocument/2006/relationships/image" Target="../media/image12.svg"/><Relationship Id="rId4" Type="http://schemas.openxmlformats.org/officeDocument/2006/relationships/image" Target="../media/image11.png"/><Relationship Id="rId9" Type="http://schemas.openxmlformats.org/officeDocument/2006/relationships/image" Target="../media/image14.svg"/></Relationships>
</file>

<file path=ppt/slides/_rels/slide7.xml.rels><?xml version="1.0" encoding="UTF-8" standalone="yes"?>
<Relationships xmlns="http://schemas.openxmlformats.org/package/2006/relationships"><Relationship Id="rId3" Type="http://schemas.openxmlformats.org/officeDocument/2006/relationships/hyperlink" Target="https://ieeexplore.ieee.org/document/8641535" TargetMode="External"/><Relationship Id="rId2" Type="http://schemas.openxmlformats.org/officeDocument/2006/relationships/hyperlink" Target="https://www.intelrealsense.com/touch-free-interface-a-comprehensive-overview-of-smart-tof-technology/" TargetMode="External"/><Relationship Id="rId1" Type="http://schemas.openxmlformats.org/officeDocument/2006/relationships/slideLayout" Target="../slideLayouts/slideLayout20.xml"/><Relationship Id="rId6" Type="http://schemas.openxmlformats.org/officeDocument/2006/relationships/hyperlink" Target="https://ieeexplore.ieee.org/document/9280959" TargetMode="External"/><Relationship Id="rId5" Type="http://schemas.openxmlformats.org/officeDocument/2006/relationships/hyperlink" Target="https://ieeexplore.ieee.org/document/9311421" TargetMode="External"/><Relationship Id="rId4" Type="http://schemas.openxmlformats.org/officeDocument/2006/relationships/hyperlink" Target="https://www.mdpi.com/1424-8220/20/2/449" TargetMode="Externa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2DCE9EA2-1E2F-FBB9-D0BE-BC7C338996F9}"/>
              </a:ext>
            </a:extLst>
          </p:cNvPr>
          <p:cNvSpPr>
            <a:spLocks noGrp="1"/>
          </p:cNvSpPr>
          <p:nvPr>
            <p:ph type="title"/>
          </p:nvPr>
        </p:nvSpPr>
        <p:spPr>
          <a:xfrm>
            <a:off x="628173" y="170861"/>
            <a:ext cx="8596668" cy="1320800"/>
          </a:xfrm>
        </p:spPr>
        <p:txBody>
          <a:bodyPr/>
          <a:lstStyle/>
          <a:p>
            <a:r>
              <a:rPr lang="en-US" sz="3600" b="1" dirty="0">
                <a:latin typeface="Times New Roman" panose="02020603050405020304" pitchFamily="18" charset="0"/>
                <a:cs typeface="Times New Roman" panose="02020603050405020304" pitchFamily="18" charset="0"/>
              </a:rPr>
              <a:t>Instruction to Prepare PPT</a:t>
            </a:r>
            <a:br>
              <a:rPr lang="en-US" sz="3600" b="1" dirty="0">
                <a:latin typeface="Times New Roman" panose="02020603050405020304" pitchFamily="18" charset="0"/>
                <a:cs typeface="Times New Roman" panose="02020603050405020304" pitchFamily="18" charset="0"/>
              </a:rPr>
            </a:br>
            <a:endParaRPr lang="en-IN" dirty="0"/>
          </a:p>
        </p:txBody>
      </p:sp>
      <p:sp>
        <p:nvSpPr>
          <p:cNvPr id="7" name="Content Placeholder 6">
            <a:extLst>
              <a:ext uri="{FF2B5EF4-FFF2-40B4-BE49-F238E27FC236}">
                <a16:creationId xmlns:a16="http://schemas.microsoft.com/office/drawing/2014/main" id="{4D2AE60B-BE34-646F-20DD-6E4FECB213A7}"/>
              </a:ext>
            </a:extLst>
          </p:cNvPr>
          <p:cNvSpPr>
            <a:spLocks noGrp="1"/>
          </p:cNvSpPr>
          <p:nvPr>
            <p:ph sz="half" idx="1"/>
          </p:nvPr>
        </p:nvSpPr>
        <p:spPr>
          <a:xfrm>
            <a:off x="298174" y="831261"/>
            <a:ext cx="11893826" cy="5830094"/>
          </a:xfrm>
        </p:spPr>
        <p:txBody>
          <a:bodyPr>
            <a:normAutofit fontScale="85000" lnSpcReduction="10000"/>
          </a:bodyPr>
          <a:lstStyle/>
          <a:p>
            <a:pPr algn="just"/>
            <a:r>
              <a:rPr lang="en-US" sz="2800" b="1" dirty="0">
                <a:latin typeface="Times New Roman" panose="02020603050405020304" pitchFamily="18" charset="0"/>
                <a:cs typeface="Times New Roman" panose="02020603050405020304" pitchFamily="18" charset="0"/>
              </a:rPr>
              <a:t>All the text must be in times new roman style, font size - 28, all the lines must be justify (</a:t>
            </a:r>
            <a:r>
              <a:rPr lang="en-US" sz="2800" b="1" dirty="0" err="1">
                <a:latin typeface="Times New Roman" panose="02020603050405020304" pitchFamily="18" charset="0"/>
                <a:cs typeface="Times New Roman" panose="02020603050405020304" pitchFamily="18" charset="0"/>
              </a:rPr>
              <a:t>ie</a:t>
            </a:r>
            <a:r>
              <a:rPr lang="en-US" sz="2800" b="1" dirty="0">
                <a:latin typeface="Times New Roman" panose="02020603050405020304" pitchFamily="18" charset="0"/>
                <a:cs typeface="Times New Roman" panose="02020603050405020304" pitchFamily="18" charset="0"/>
              </a:rPr>
              <a:t>., paragraphs text on both the sides must be evenly margined)</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Title slide is your First Slide in that you have to edit only &lt;title&gt;, &lt;name of the student&gt; and &lt;roll number&gt; tags only with out changing font style and font size.</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Slide Two –  Problem Stated in Base Paper</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Slide  Three – Proposed Methodology to solve the problem </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Slide Four – Conclusion and feature enhancement of the work  </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Slide Five –Problem Identification </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Slide Six – Solution for the problem</a:t>
            </a:r>
          </a:p>
          <a:p>
            <a:pPr marL="514350" indent="-514350" algn="just">
              <a:buAutoNum type="arabicPeriod"/>
            </a:pPr>
            <a:r>
              <a:rPr lang="en-US" sz="2800" b="1" dirty="0">
                <a:latin typeface="Times New Roman" panose="02020603050405020304" pitchFamily="18" charset="0"/>
                <a:cs typeface="Times New Roman" panose="02020603050405020304" pitchFamily="18" charset="0"/>
              </a:rPr>
              <a:t>References – </a:t>
            </a:r>
            <a:r>
              <a:rPr lang="en-US" b="1" dirty="0">
                <a:latin typeface="Times New Roman" panose="02020603050405020304" pitchFamily="18" charset="0"/>
                <a:cs typeface="Times New Roman" panose="02020603050405020304" pitchFamily="18" charset="0"/>
              </a:rPr>
              <a:t>(min 10 to max 15 reference journals as per the format given below)</a:t>
            </a:r>
          </a:p>
          <a:p>
            <a:pPr marL="0" indent="0" algn="just">
              <a:buNone/>
            </a:pPr>
            <a:r>
              <a:rPr lang="en-US" sz="2800" b="1" dirty="0">
                <a:latin typeface="Times New Roman" panose="02020603050405020304" pitchFamily="18" charset="0"/>
                <a:cs typeface="Times New Roman" panose="02020603050405020304" pitchFamily="18" charset="0"/>
              </a:rPr>
              <a:t> </a:t>
            </a:r>
            <a:r>
              <a:rPr lang="en-US" b="1" dirty="0">
                <a:latin typeface="Times New Roman" panose="02020603050405020304" pitchFamily="18" charset="0"/>
                <a:cs typeface="Times New Roman" panose="02020603050405020304" pitchFamily="18" charset="0"/>
              </a:rPr>
              <a:t>[1]. Author Name, “Title of the paper”, “title of the Journal”, vol., no., issue, year of publications.</a:t>
            </a:r>
          </a:p>
          <a:p>
            <a:pPr marL="0" indent="0" algn="just">
              <a:buNone/>
            </a:pPr>
            <a:r>
              <a:rPr lang="en-US" b="1" dirty="0">
                <a:latin typeface="Times New Roman" panose="02020603050405020304" pitchFamily="18" charset="0"/>
                <a:cs typeface="Times New Roman" panose="02020603050405020304" pitchFamily="18" charset="0"/>
              </a:rPr>
              <a:t> [2]. Author Name, “Title of the paper”, “title of the Journal”, vol., no., issue, year of publications.</a:t>
            </a:r>
          </a:p>
          <a:p>
            <a:pPr marL="0" indent="0" algn="just">
              <a:buNone/>
            </a:pPr>
            <a:r>
              <a:rPr lang="en-US" b="1" dirty="0">
                <a:latin typeface="Times New Roman" panose="02020603050405020304" pitchFamily="18" charset="0"/>
                <a:cs typeface="Times New Roman" panose="02020603050405020304" pitchFamily="18" charset="0"/>
              </a:rPr>
              <a:t> [3]. Author Name, “Title of the paper”, “title of the Journal”, vol., no., issue, year of publications.</a:t>
            </a:r>
          </a:p>
          <a:p>
            <a:pPr marL="0" indent="0" algn="just">
              <a:buNone/>
            </a:pPr>
            <a:r>
              <a:rPr lang="en-US" b="1" dirty="0">
                <a:latin typeface="Times New Roman" panose="02020603050405020304" pitchFamily="18" charset="0"/>
                <a:cs typeface="Times New Roman" panose="02020603050405020304" pitchFamily="18" charset="0"/>
              </a:rPr>
              <a:t> …. [15]. Author Name, “Title of the paper”, “title of the Journal”, vol., no., issue, year of publications.</a:t>
            </a:r>
          </a:p>
          <a:p>
            <a:pPr marL="0" indent="0">
              <a:buNone/>
            </a:pPr>
            <a:endParaRPr lang="en-IN" dirty="0"/>
          </a:p>
        </p:txBody>
      </p:sp>
    </p:spTree>
    <p:extLst>
      <p:ext uri="{BB962C8B-B14F-4D97-AF65-F5344CB8AC3E}">
        <p14:creationId xmlns:p14="http://schemas.microsoft.com/office/powerpoint/2010/main" val="89358691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747999"/>
            <a:ext cx="4379976" cy="1547583"/>
          </a:xfrm>
        </p:spPr>
        <p:txBody>
          <a:bodyPr/>
          <a:lstStyle/>
          <a:p>
            <a:r>
              <a:rPr lang="en-US" b="1" i="0" dirty="0">
                <a:solidFill>
                  <a:srgbClr val="000000"/>
                </a:solidFill>
                <a:effectLst/>
                <a:latin typeface="Times New Roman" panose="02020603050405020304" pitchFamily="18" charset="0"/>
              </a:rPr>
              <a:t>AirTouch</a:t>
            </a:r>
            <a:endParaRPr lang="en-US" dirty="0"/>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5968182" y="3611324"/>
            <a:ext cx="5882443" cy="1547582"/>
          </a:xfrm>
        </p:spPr>
        <p:txBody>
          <a:bodyPr>
            <a:normAutofit/>
          </a:bodyPr>
          <a:lstStyle/>
          <a:p>
            <a:pPr algn="l" rtl="0" fontAlgn="base"/>
            <a:r>
              <a:rPr lang="en-US" b="1" i="0" u="none" strike="noStrike" dirty="0">
                <a:solidFill>
                  <a:srgbClr val="000000"/>
                </a:solidFill>
                <a:effectLst/>
                <a:latin typeface="Times New Roman" panose="02020603050405020304" pitchFamily="18" charset="0"/>
              </a:rPr>
              <a:t>K Pavan Karthikeya    22BTRCA020</a:t>
            </a:r>
            <a:r>
              <a:rPr lang="en-US" b="0" i="0" dirty="0">
                <a:solidFill>
                  <a:srgbClr val="000000"/>
                </a:solidFill>
                <a:effectLst/>
                <a:latin typeface="Times New Roman" panose="02020603050405020304" pitchFamily="18" charset="0"/>
              </a:rPr>
              <a:t>​</a:t>
            </a:r>
            <a:endParaRPr lang="en-US" b="0" i="0" dirty="0">
              <a:solidFill>
                <a:srgbClr val="000000"/>
              </a:solidFill>
              <a:effectLst/>
              <a:latin typeface="Segoe UI" panose="020B0502040204020203" pitchFamily="34" charset="0"/>
            </a:endParaRPr>
          </a:p>
          <a:p>
            <a:pPr algn="l" rtl="0" fontAlgn="base"/>
            <a:r>
              <a:rPr lang="en-US" b="1" i="0" u="none" strike="noStrike" dirty="0">
                <a:solidFill>
                  <a:srgbClr val="000000"/>
                </a:solidFill>
                <a:effectLst/>
                <a:latin typeface="Times New Roman" panose="02020603050405020304" pitchFamily="18" charset="0"/>
              </a:rPr>
              <a:t>Jery                                22BTRCA061</a:t>
            </a:r>
            <a:r>
              <a:rPr lang="en-US" b="0" i="0" dirty="0">
                <a:solidFill>
                  <a:srgbClr val="000000"/>
                </a:solidFill>
                <a:effectLst/>
                <a:latin typeface="Times New Roman" panose="02020603050405020304" pitchFamily="18" charset="0"/>
              </a:rPr>
              <a:t>​</a:t>
            </a:r>
            <a:endParaRPr lang="en-US" b="0" i="0" dirty="0">
              <a:solidFill>
                <a:srgbClr val="000000"/>
              </a:solidFill>
              <a:effectLst/>
              <a:latin typeface="Segoe UI" panose="020B0502040204020203" pitchFamily="34" charset="0"/>
            </a:endParaRPr>
          </a:p>
          <a:p>
            <a:pPr algn="l" rtl="0" fontAlgn="base"/>
            <a:r>
              <a:rPr lang="en-US" b="1" i="0" u="none" strike="noStrike" dirty="0">
                <a:solidFill>
                  <a:srgbClr val="000000"/>
                </a:solidFill>
                <a:effectLst/>
                <a:latin typeface="Times New Roman" panose="02020603050405020304" pitchFamily="18" charset="0"/>
              </a:rPr>
              <a:t>Ayushmaan D.J Neog   22BTRCA004</a:t>
            </a:r>
            <a:r>
              <a:rPr lang="en-US" b="0" i="0" dirty="0">
                <a:solidFill>
                  <a:srgbClr val="000000"/>
                </a:solidFill>
                <a:effectLst/>
                <a:latin typeface="Times New Roman" panose="02020603050405020304" pitchFamily="18" charset="0"/>
              </a:rPr>
              <a:t>​</a:t>
            </a:r>
            <a:endParaRPr lang="en-US" b="0" i="0" dirty="0">
              <a:solidFill>
                <a:srgbClr val="000000"/>
              </a:solidFill>
              <a:effectLst/>
              <a:latin typeface="Segoe UI" panose="020B0502040204020203" pitchFamily="34" charset="0"/>
            </a:endParaRPr>
          </a:p>
        </p:txBody>
      </p:sp>
      <p:pic>
        <p:nvPicPr>
          <p:cNvPr id="2" name="Picture 1" descr="A picture containing text, sign, dark, clipart">
            <a:extLst>
              <a:ext uri="{FF2B5EF4-FFF2-40B4-BE49-F238E27FC236}">
                <a16:creationId xmlns:a16="http://schemas.microsoft.com/office/drawing/2014/main" id="{DC46330A-A105-3D39-0060-DD9E5106DB19}"/>
              </a:ext>
            </a:extLst>
          </p:cNvPr>
          <p:cNvPicPr>
            <a:picLocks noChangeAspect="1"/>
          </p:cNvPicPr>
          <p:nvPr/>
        </p:nvPicPr>
        <p:blipFill>
          <a:blip r:embed="rId2"/>
          <a:stretch>
            <a:fillRect/>
          </a:stretch>
        </p:blipFill>
        <p:spPr>
          <a:xfrm>
            <a:off x="4355786" y="187718"/>
            <a:ext cx="6776200" cy="1242177"/>
          </a:xfrm>
          <a:prstGeom prst="rect">
            <a:avLst/>
          </a:prstGeom>
        </p:spPr>
      </p:pic>
      <p:sp>
        <p:nvSpPr>
          <p:cNvPr id="4" name="TextBox 3">
            <a:extLst>
              <a:ext uri="{FF2B5EF4-FFF2-40B4-BE49-F238E27FC236}">
                <a16:creationId xmlns:a16="http://schemas.microsoft.com/office/drawing/2014/main" id="{BE8147BE-9490-A02A-20AB-80E4EFEE16E2}"/>
              </a:ext>
            </a:extLst>
          </p:cNvPr>
          <p:cNvSpPr txBox="1"/>
          <p:nvPr/>
        </p:nvSpPr>
        <p:spPr>
          <a:xfrm>
            <a:off x="5754625" y="1551354"/>
            <a:ext cx="6096000" cy="646331"/>
          </a:xfrm>
          <a:prstGeom prst="rect">
            <a:avLst/>
          </a:prstGeom>
          <a:noFill/>
        </p:spPr>
        <p:txBody>
          <a:bodyPr wrap="square">
            <a:spAutoFit/>
          </a:bodyPr>
          <a:lstStyle/>
          <a:p>
            <a:r>
              <a:rPr lang="en-US" sz="1800" b="1" dirty="0">
                <a:latin typeface="Times New Roman" panose="02020603050405020304" pitchFamily="18" charset="0"/>
                <a:cs typeface="Times New Roman" panose="02020603050405020304" pitchFamily="18" charset="0"/>
              </a:rPr>
              <a:t>School of Engineering and Technology</a:t>
            </a:r>
          </a:p>
          <a:p>
            <a:r>
              <a:rPr lang="en-US" sz="1800" b="1" dirty="0">
                <a:latin typeface="Times New Roman" panose="02020603050405020304" pitchFamily="18" charset="0"/>
                <a:cs typeface="Times New Roman" panose="02020603050405020304" pitchFamily="18" charset="0"/>
              </a:rPr>
              <a:t> Department of Artificial Intelligence</a:t>
            </a:r>
          </a:p>
        </p:txBody>
      </p:sp>
    </p:spTree>
    <p:extLst>
      <p:ext uri="{BB962C8B-B14F-4D97-AF65-F5344CB8AC3E}">
        <p14:creationId xmlns:p14="http://schemas.microsoft.com/office/powerpoint/2010/main" val="14761372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a:normAutofit/>
          </a:bodyPr>
          <a:lstStyle/>
          <a:p>
            <a:r>
              <a:rPr lang="en-US" sz="3600" b="1" dirty="0">
                <a:latin typeface="Times New Roman" panose="02020603050405020304" pitchFamily="18" charset="0"/>
                <a:cs typeface="Times New Roman" panose="02020603050405020304" pitchFamily="18" charset="0"/>
              </a:rPr>
              <a:t>Problem Addressed in Base Paper </a:t>
            </a:r>
          </a:p>
        </p:txBody>
      </p:sp>
      <p:sp>
        <p:nvSpPr>
          <p:cNvPr id="4" name="Text Placeholder 3">
            <a:extLst>
              <a:ext uri="{FF2B5EF4-FFF2-40B4-BE49-F238E27FC236}">
                <a16:creationId xmlns:a16="http://schemas.microsoft.com/office/drawing/2014/main" id="{615C66C5-CF46-4BB3-82CB-5E5DFB9B5498}"/>
              </a:ext>
            </a:extLst>
          </p:cNvPr>
          <p:cNvSpPr>
            <a:spLocks noGrp="1"/>
          </p:cNvSpPr>
          <p:nvPr>
            <p:ph type="body" sz="quarter" idx="14"/>
          </p:nvPr>
        </p:nvSpPr>
        <p:spPr>
          <a:xfrm>
            <a:off x="418461" y="1671607"/>
            <a:ext cx="3657600" cy="365760"/>
          </a:xfrm>
        </p:spPr>
        <p:txBody>
          <a:bodyPr>
            <a:noAutofit/>
          </a:bodyPr>
          <a:lstStyle/>
          <a:p>
            <a:r>
              <a:rPr lang="en-GB" b="1" dirty="0"/>
              <a:t>Limited precision</a:t>
            </a:r>
            <a:endParaRPr lang="en-US" b="1" dirty="0"/>
          </a:p>
        </p:txBody>
      </p:sp>
      <p:sp>
        <p:nvSpPr>
          <p:cNvPr id="3" name="Content Placeholder 2">
            <a:extLst>
              <a:ext uri="{FF2B5EF4-FFF2-40B4-BE49-F238E27FC236}">
                <a16:creationId xmlns:a16="http://schemas.microsoft.com/office/drawing/2014/main" id="{7D779DE4-CAEA-4617-897E-FEC9A2AC2D6A}"/>
              </a:ext>
            </a:extLst>
          </p:cNvPr>
          <p:cNvSpPr>
            <a:spLocks noGrp="1"/>
          </p:cNvSpPr>
          <p:nvPr>
            <p:ph type="body" sz="quarter" idx="13"/>
          </p:nvPr>
        </p:nvSpPr>
        <p:spPr>
          <a:xfrm>
            <a:off x="418461" y="2037367"/>
            <a:ext cx="4253042" cy="1601802"/>
          </a:xfrm>
        </p:spPr>
        <p:txBody>
          <a:bodyPr vert="horz" lIns="91440" tIns="45720" rIns="91440" bIns="45720" rtlCol="0" anchor="t">
            <a:normAutofit/>
          </a:bodyPr>
          <a:lstStyle/>
          <a:p>
            <a:r>
              <a:rPr lang="en-US" dirty="0"/>
              <a:t>AirTouch's use of Time-of-Flight (TOF) sensors for triangulation introduces a limitation in precision.</a:t>
            </a:r>
          </a:p>
          <a:p>
            <a:pPr algn="just"/>
            <a:r>
              <a:rPr lang="en-US" dirty="0"/>
              <a:t>The typical precision of AirTouch may range from 2mm to 5mm.</a:t>
            </a:r>
          </a:p>
        </p:txBody>
      </p:sp>
      <p:sp>
        <p:nvSpPr>
          <p:cNvPr id="17" name="Text Placeholder 16">
            <a:extLst>
              <a:ext uri="{FF2B5EF4-FFF2-40B4-BE49-F238E27FC236}">
                <a16:creationId xmlns:a16="http://schemas.microsoft.com/office/drawing/2014/main" id="{42B0A734-B5BB-42C2-946F-EC7ABE90A23A}"/>
              </a:ext>
            </a:extLst>
          </p:cNvPr>
          <p:cNvSpPr>
            <a:spLocks noGrp="1"/>
          </p:cNvSpPr>
          <p:nvPr>
            <p:ph type="body" sz="quarter" idx="16"/>
          </p:nvPr>
        </p:nvSpPr>
        <p:spPr>
          <a:xfrm>
            <a:off x="418461" y="3273899"/>
            <a:ext cx="3657600" cy="365760"/>
          </a:xfrm>
        </p:spPr>
        <p:txBody>
          <a:bodyPr>
            <a:noAutofit/>
          </a:bodyPr>
          <a:lstStyle/>
          <a:p>
            <a:r>
              <a:rPr lang="en-US" b="1" dirty="0"/>
              <a:t>Limited sensing range</a:t>
            </a:r>
          </a:p>
        </p:txBody>
      </p:sp>
      <p:sp>
        <p:nvSpPr>
          <p:cNvPr id="16" name="Text Placeholder 15">
            <a:extLst>
              <a:ext uri="{FF2B5EF4-FFF2-40B4-BE49-F238E27FC236}">
                <a16:creationId xmlns:a16="http://schemas.microsoft.com/office/drawing/2014/main" id="{6833B00A-55B6-4D4D-AE3C-CFF37D65FA50}"/>
              </a:ext>
            </a:extLst>
          </p:cNvPr>
          <p:cNvSpPr>
            <a:spLocks noGrp="1"/>
          </p:cNvSpPr>
          <p:nvPr>
            <p:ph type="body" sz="quarter" idx="15"/>
          </p:nvPr>
        </p:nvSpPr>
        <p:spPr>
          <a:xfrm>
            <a:off x="418461" y="3679443"/>
            <a:ext cx="4096362" cy="1452184"/>
          </a:xfrm>
        </p:spPr>
        <p:txBody>
          <a:bodyPr>
            <a:normAutofit/>
          </a:bodyPr>
          <a:lstStyle/>
          <a:p>
            <a:pPr algn="just"/>
            <a:r>
              <a:rPr lang="en-US" dirty="0"/>
              <a:t>AirTouch's TOF sensors have a limited effective sensing range. The maximum range can vary between 8m to 15m, But beyond a range of 2m, the TOF sensors may struggle to detect and accurately triangulate touch events.</a:t>
            </a:r>
          </a:p>
        </p:txBody>
      </p:sp>
      <p:sp>
        <p:nvSpPr>
          <p:cNvPr id="43" name="Text Placeholder 42">
            <a:extLst>
              <a:ext uri="{FF2B5EF4-FFF2-40B4-BE49-F238E27FC236}">
                <a16:creationId xmlns:a16="http://schemas.microsoft.com/office/drawing/2014/main" id="{543672B4-28D9-4792-A8C2-BB242D3770EB}"/>
              </a:ext>
            </a:extLst>
          </p:cNvPr>
          <p:cNvSpPr>
            <a:spLocks noGrp="1"/>
          </p:cNvSpPr>
          <p:nvPr>
            <p:ph type="body" sz="quarter" idx="22"/>
          </p:nvPr>
        </p:nvSpPr>
        <p:spPr>
          <a:xfrm>
            <a:off x="418461" y="5122295"/>
            <a:ext cx="5343242" cy="365760"/>
          </a:xfrm>
        </p:spPr>
        <p:txBody>
          <a:bodyPr>
            <a:noAutofit/>
          </a:bodyPr>
          <a:lstStyle/>
          <a:p>
            <a:r>
              <a:rPr lang="en-US" b="1" dirty="0"/>
              <a:t>Sensitivity to environmental conditions</a:t>
            </a:r>
          </a:p>
        </p:txBody>
      </p:sp>
      <p:sp>
        <p:nvSpPr>
          <p:cNvPr id="54" name="Text Placeholder 53">
            <a:extLst>
              <a:ext uri="{FF2B5EF4-FFF2-40B4-BE49-F238E27FC236}">
                <a16:creationId xmlns:a16="http://schemas.microsoft.com/office/drawing/2014/main" id="{06DACBCE-9D57-4573-95D4-37705F53F35C}"/>
              </a:ext>
            </a:extLst>
          </p:cNvPr>
          <p:cNvSpPr>
            <a:spLocks noGrp="1"/>
          </p:cNvSpPr>
          <p:nvPr>
            <p:ph type="body" sz="quarter" idx="21"/>
          </p:nvPr>
        </p:nvSpPr>
        <p:spPr>
          <a:xfrm>
            <a:off x="418461" y="5528329"/>
            <a:ext cx="5747800" cy="1280751"/>
          </a:xfrm>
        </p:spPr>
        <p:txBody>
          <a:bodyPr>
            <a:normAutofit/>
          </a:bodyPr>
          <a:lstStyle/>
          <a:p>
            <a:pPr algn="just"/>
            <a:r>
              <a:rPr lang="en-US" dirty="0"/>
              <a:t>AirTouch's performance can be affected by environmental conditions such as ambient lighting and the presence of reflective surfaces. Strong ambient light or highly reflective surfaces may interfere with the TOF sensors' ability to accurately detect touch events.</a:t>
            </a:r>
          </a:p>
        </p:txBody>
      </p:sp>
      <p:sp>
        <p:nvSpPr>
          <p:cNvPr id="19" name="Text Placeholder 18">
            <a:extLst>
              <a:ext uri="{FF2B5EF4-FFF2-40B4-BE49-F238E27FC236}">
                <a16:creationId xmlns:a16="http://schemas.microsoft.com/office/drawing/2014/main" id="{4B8BE8D6-18EB-4262-B841-22EEAC0B54F3}"/>
              </a:ext>
            </a:extLst>
          </p:cNvPr>
          <p:cNvSpPr>
            <a:spLocks noGrp="1"/>
          </p:cNvSpPr>
          <p:nvPr>
            <p:ph type="body" sz="quarter" idx="18"/>
          </p:nvPr>
        </p:nvSpPr>
        <p:spPr>
          <a:xfrm>
            <a:off x="5021831" y="1701348"/>
            <a:ext cx="3657600" cy="365760"/>
          </a:xfrm>
        </p:spPr>
        <p:txBody>
          <a:bodyPr>
            <a:noAutofit/>
          </a:bodyPr>
          <a:lstStyle/>
          <a:p>
            <a:r>
              <a:rPr lang="en-US" b="1" dirty="0"/>
              <a:t>Limited gesture recognition</a:t>
            </a:r>
          </a:p>
        </p:txBody>
      </p:sp>
      <p:sp>
        <p:nvSpPr>
          <p:cNvPr id="18" name="Text Placeholder 17">
            <a:extLst>
              <a:ext uri="{FF2B5EF4-FFF2-40B4-BE49-F238E27FC236}">
                <a16:creationId xmlns:a16="http://schemas.microsoft.com/office/drawing/2014/main" id="{C9A7EEBF-BEE2-4555-B5EC-E6F42DCABC49}"/>
              </a:ext>
            </a:extLst>
          </p:cNvPr>
          <p:cNvSpPr>
            <a:spLocks noGrp="1"/>
          </p:cNvSpPr>
          <p:nvPr>
            <p:ph type="body" sz="quarter" idx="17"/>
          </p:nvPr>
        </p:nvSpPr>
        <p:spPr>
          <a:xfrm>
            <a:off x="5021831" y="2054179"/>
            <a:ext cx="4253042" cy="1323294"/>
          </a:xfrm>
        </p:spPr>
        <p:txBody>
          <a:bodyPr>
            <a:normAutofit fontScale="85000" lnSpcReduction="10000"/>
          </a:bodyPr>
          <a:lstStyle/>
          <a:p>
            <a:pPr algn="just"/>
            <a:r>
              <a:rPr lang="en-US" dirty="0"/>
              <a:t>AirTouch primarily focuses on single-point touch detection and click events. Advanced touch gestures involving multiple fingers, pinch-to-zoom, or swipe gestures need to be interpreted using a pre-trained model..</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a:t>
            </a:fld>
            <a:endParaRPr lang="en-US" dirty="0"/>
          </a:p>
        </p:txBody>
      </p:sp>
    </p:spTree>
    <p:extLst>
      <p:ext uri="{BB962C8B-B14F-4D97-AF65-F5344CB8AC3E}">
        <p14:creationId xmlns:p14="http://schemas.microsoft.com/office/powerpoint/2010/main" val="7316418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t>SOLUTION</a:t>
            </a:r>
          </a:p>
        </p:txBody>
      </p:sp>
      <p:sp>
        <p:nvSpPr>
          <p:cNvPr id="6" name="Text Placeholder 5">
            <a:extLst>
              <a:ext uri="{FF2B5EF4-FFF2-40B4-BE49-F238E27FC236}">
                <a16:creationId xmlns:a16="http://schemas.microsoft.com/office/drawing/2014/main" id="{D8E6824E-0D47-49EA-8EE0-CE2D88B71C95}"/>
              </a:ext>
            </a:extLst>
          </p:cNvPr>
          <p:cNvSpPr>
            <a:spLocks noGrp="1"/>
          </p:cNvSpPr>
          <p:nvPr>
            <p:ph type="body" sz="quarter" idx="14"/>
          </p:nvPr>
        </p:nvSpPr>
        <p:spPr>
          <a:xfrm>
            <a:off x="6015158" y="1691640"/>
            <a:ext cx="5669280" cy="365760"/>
          </a:xfrm>
        </p:spPr>
        <p:txBody>
          <a:bodyPr>
            <a:noAutofit/>
          </a:bodyPr>
          <a:lstStyle/>
          <a:p>
            <a:r>
              <a:rPr lang="en-US" b="1" dirty="0"/>
              <a:t>Limited precision</a:t>
            </a:r>
          </a:p>
        </p:txBody>
      </p:sp>
      <p:sp>
        <p:nvSpPr>
          <p:cNvPr id="3" name="Content Placeholder 2">
            <a:extLst>
              <a:ext uri="{FF2B5EF4-FFF2-40B4-BE49-F238E27FC236}">
                <a16:creationId xmlns:a16="http://schemas.microsoft.com/office/drawing/2014/main" id="{D4A2EB3F-4D60-451F-8F45-7D6654D2FCD9}"/>
              </a:ext>
            </a:extLst>
          </p:cNvPr>
          <p:cNvSpPr>
            <a:spLocks noGrp="1"/>
          </p:cNvSpPr>
          <p:nvPr>
            <p:ph type="body" sz="quarter" idx="13"/>
          </p:nvPr>
        </p:nvSpPr>
        <p:spPr>
          <a:xfrm>
            <a:off x="6015158" y="2103120"/>
            <a:ext cx="5669280" cy="640080"/>
          </a:xfrm>
        </p:spPr>
        <p:txBody>
          <a:bodyPr vert="horz" lIns="91440" tIns="45720" rIns="91440" bIns="45720" rtlCol="0" anchor="t">
            <a:normAutofit/>
          </a:bodyPr>
          <a:lstStyle/>
          <a:p>
            <a:r>
              <a:rPr lang="en-US" dirty="0"/>
              <a:t>Improve sensor resolution</a:t>
            </a:r>
          </a:p>
          <a:p>
            <a:r>
              <a:rPr lang="en-US" dirty="0"/>
              <a:t>Advanced signal processing algorithms</a:t>
            </a:r>
          </a:p>
        </p:txBody>
      </p:sp>
      <p:sp>
        <p:nvSpPr>
          <p:cNvPr id="8" name="Text Placeholder 7">
            <a:extLst>
              <a:ext uri="{FF2B5EF4-FFF2-40B4-BE49-F238E27FC236}">
                <a16:creationId xmlns:a16="http://schemas.microsoft.com/office/drawing/2014/main" id="{627E3C21-87F8-4497-8569-36A5D95EC8B5}"/>
              </a:ext>
            </a:extLst>
          </p:cNvPr>
          <p:cNvSpPr>
            <a:spLocks noGrp="1"/>
          </p:cNvSpPr>
          <p:nvPr>
            <p:ph type="body" sz="quarter" idx="16"/>
          </p:nvPr>
        </p:nvSpPr>
        <p:spPr>
          <a:xfrm>
            <a:off x="6023174" y="2898648"/>
            <a:ext cx="5669280" cy="365760"/>
          </a:xfrm>
        </p:spPr>
        <p:txBody>
          <a:bodyPr>
            <a:noAutofit/>
          </a:bodyPr>
          <a:lstStyle/>
          <a:p>
            <a:r>
              <a:rPr lang="en-US" b="1" dirty="0"/>
              <a:t>Limited sensing range</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23174" y="3319272"/>
            <a:ext cx="5688430" cy="521208"/>
          </a:xfrm>
        </p:spPr>
        <p:txBody>
          <a:bodyPr>
            <a:normAutofit fontScale="25000" lnSpcReduction="20000"/>
          </a:bodyPr>
          <a:lstStyle/>
          <a:p>
            <a:r>
              <a:rPr lang="en-US" sz="5600" dirty="0"/>
              <a:t>Optimize sensor placement</a:t>
            </a:r>
          </a:p>
          <a:p>
            <a:r>
              <a:rPr lang="en-US" sz="5600" dirty="0"/>
              <a:t>Sensor amplification techniques</a:t>
            </a:r>
          </a:p>
          <a:p>
            <a:endParaRPr lang="en-US" dirty="0"/>
          </a:p>
          <a:p>
            <a:endParaRPr lang="en-US" dirty="0"/>
          </a:p>
        </p:txBody>
      </p:sp>
      <p:sp>
        <p:nvSpPr>
          <p:cNvPr id="10" name="Text Placeholder 9">
            <a:extLst>
              <a:ext uri="{FF2B5EF4-FFF2-40B4-BE49-F238E27FC236}">
                <a16:creationId xmlns:a16="http://schemas.microsoft.com/office/drawing/2014/main" id="{E9243144-E2F2-49CE-BDE1-6E00A2555F98}"/>
              </a:ext>
            </a:extLst>
          </p:cNvPr>
          <p:cNvSpPr>
            <a:spLocks noGrp="1"/>
          </p:cNvSpPr>
          <p:nvPr>
            <p:ph type="body" sz="quarter" idx="18"/>
          </p:nvPr>
        </p:nvSpPr>
        <p:spPr>
          <a:xfrm>
            <a:off x="6024437" y="3858768"/>
            <a:ext cx="5669280" cy="365760"/>
          </a:xfrm>
        </p:spPr>
        <p:txBody>
          <a:bodyPr>
            <a:noAutofit/>
          </a:bodyPr>
          <a:lstStyle/>
          <a:p>
            <a:r>
              <a:rPr lang="en-US" b="1" dirty="0"/>
              <a:t>Sensitivity to environmental conditions</a:t>
            </a:r>
          </a:p>
        </p:txBody>
      </p:sp>
      <p:sp>
        <p:nvSpPr>
          <p:cNvPr id="9" name="Text Placeholder 8">
            <a:extLst>
              <a:ext uri="{FF2B5EF4-FFF2-40B4-BE49-F238E27FC236}">
                <a16:creationId xmlns:a16="http://schemas.microsoft.com/office/drawing/2014/main" id="{DC230641-EC34-4C9D-AC9A-13EE61C81903}"/>
              </a:ext>
            </a:extLst>
          </p:cNvPr>
          <p:cNvSpPr>
            <a:spLocks noGrp="1"/>
          </p:cNvSpPr>
          <p:nvPr>
            <p:ph type="body" sz="quarter" idx="17"/>
          </p:nvPr>
        </p:nvSpPr>
        <p:spPr>
          <a:xfrm>
            <a:off x="6024437" y="4270248"/>
            <a:ext cx="5669280" cy="365760"/>
          </a:xfrm>
        </p:spPr>
        <p:txBody>
          <a:bodyPr>
            <a:noAutofit/>
          </a:bodyPr>
          <a:lstStyle/>
          <a:p>
            <a:r>
              <a:rPr lang="en-US" dirty="0"/>
              <a:t>Ambient light filtering</a:t>
            </a:r>
          </a:p>
          <a:p>
            <a:r>
              <a:rPr lang="en-US" dirty="0"/>
              <a:t>Anti-reflective coatings</a:t>
            </a:r>
          </a:p>
        </p:txBody>
      </p:sp>
      <p:sp>
        <p:nvSpPr>
          <p:cNvPr id="12" name="Text Placeholder 11">
            <a:extLst>
              <a:ext uri="{FF2B5EF4-FFF2-40B4-BE49-F238E27FC236}">
                <a16:creationId xmlns:a16="http://schemas.microsoft.com/office/drawing/2014/main" id="{C06C2114-7A69-43E0-801C-F0779B58AF15}"/>
              </a:ext>
            </a:extLst>
          </p:cNvPr>
          <p:cNvSpPr>
            <a:spLocks noGrp="1"/>
          </p:cNvSpPr>
          <p:nvPr>
            <p:ph type="body" sz="quarter" idx="20"/>
          </p:nvPr>
        </p:nvSpPr>
        <p:spPr>
          <a:xfrm>
            <a:off x="6025896" y="4800600"/>
            <a:ext cx="5669280" cy="365760"/>
          </a:xfrm>
        </p:spPr>
        <p:txBody>
          <a:bodyPr>
            <a:noAutofit/>
          </a:bodyPr>
          <a:lstStyle/>
          <a:p>
            <a:r>
              <a:rPr lang="en-US" b="1" dirty="0"/>
              <a:t>Limited gesture recognition</a:t>
            </a:r>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25896" y="5230368"/>
            <a:ext cx="5669280" cy="640080"/>
          </a:xfrm>
        </p:spPr>
        <p:txBody>
          <a:bodyPr>
            <a:normAutofit/>
          </a:bodyPr>
          <a:lstStyle/>
          <a:p>
            <a:r>
              <a:rPr lang="en-US" dirty="0"/>
              <a:t>Integration of machine learning algorithms</a:t>
            </a:r>
          </a:p>
          <a:p>
            <a:r>
              <a:rPr lang="en-US" dirty="0"/>
              <a:t>Multiple sensor configurations</a:t>
            </a: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4</a:t>
            </a:fld>
            <a:endParaRPr lang="en-US" dirty="0"/>
          </a:p>
        </p:txBody>
      </p:sp>
    </p:spTree>
    <p:extLst>
      <p:ext uri="{BB962C8B-B14F-4D97-AF65-F5344CB8AC3E}">
        <p14:creationId xmlns:p14="http://schemas.microsoft.com/office/powerpoint/2010/main" val="17751249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7E1C88-627C-4655-A4FB-0BB02EDB078A}"/>
              </a:ext>
            </a:extLst>
          </p:cNvPr>
          <p:cNvSpPr>
            <a:spLocks noGrp="1"/>
          </p:cNvSpPr>
          <p:nvPr>
            <p:ph type="title"/>
          </p:nvPr>
        </p:nvSpPr>
        <p:spPr>
          <a:xfrm>
            <a:off x="838200" y="365125"/>
            <a:ext cx="10515600" cy="1325563"/>
          </a:xfrm>
        </p:spPr>
        <p:txBody>
          <a:bodyPr>
            <a:normAutofit/>
          </a:bodyPr>
          <a:lstStyle/>
          <a:p>
            <a:r>
              <a:rPr lang="en-US" dirty="0">
                <a:latin typeface="Posterama"/>
                <a:cs typeface="Posterama"/>
              </a:rPr>
              <a:t>Disadvantage by the Problem</a:t>
            </a:r>
            <a:endParaRPr lang="en-US" dirty="0"/>
          </a:p>
          <a:p>
            <a:endParaRPr lang="en-US" dirty="0">
              <a:cs typeface="Posterama"/>
            </a:endParaRPr>
          </a:p>
        </p:txBody>
      </p:sp>
      <p:sp>
        <p:nvSpPr>
          <p:cNvPr id="22" name="Text Placeholder 21">
            <a:extLst>
              <a:ext uri="{FF2B5EF4-FFF2-40B4-BE49-F238E27FC236}">
                <a16:creationId xmlns:a16="http://schemas.microsoft.com/office/drawing/2014/main" id="{41C0EB39-C787-49D7-A223-0B9A01FCA197}"/>
              </a:ext>
            </a:extLst>
          </p:cNvPr>
          <p:cNvSpPr>
            <a:spLocks noGrp="1"/>
          </p:cNvSpPr>
          <p:nvPr>
            <p:ph type="body" sz="quarter" idx="21"/>
          </p:nvPr>
        </p:nvSpPr>
        <p:spPr>
          <a:xfrm>
            <a:off x="421481" y="2172901"/>
            <a:ext cx="2284413" cy="2743200"/>
          </a:xfrm>
        </p:spPr>
        <p:txBody>
          <a:bodyPr vert="horz" lIns="365760" tIns="1554480" rIns="365760" bIns="45720" rtlCol="0" anchor="t">
            <a:normAutofit/>
          </a:bodyPr>
          <a:lstStyle/>
          <a:p>
            <a:r>
              <a:rPr lang="en-ZA" sz="1800">
                <a:ea typeface="+mn-lt"/>
                <a:cs typeface="+mn-lt"/>
              </a:rPr>
              <a:t>Limited precision</a:t>
            </a:r>
            <a:endParaRPr lang="en-US" sz="1800">
              <a:ea typeface="+mn-lt"/>
              <a:cs typeface="+mn-lt"/>
            </a:endParaRPr>
          </a:p>
        </p:txBody>
      </p:sp>
      <p:sp>
        <p:nvSpPr>
          <p:cNvPr id="20" name="Text Placeholder 19">
            <a:extLst>
              <a:ext uri="{FF2B5EF4-FFF2-40B4-BE49-F238E27FC236}">
                <a16:creationId xmlns:a16="http://schemas.microsoft.com/office/drawing/2014/main" id="{96A25842-BD20-438E-8C0B-8759A486D435}"/>
              </a:ext>
            </a:extLst>
          </p:cNvPr>
          <p:cNvSpPr>
            <a:spLocks noGrp="1"/>
          </p:cNvSpPr>
          <p:nvPr>
            <p:ph type="body" sz="quarter" idx="20"/>
          </p:nvPr>
        </p:nvSpPr>
        <p:spPr>
          <a:xfrm>
            <a:off x="3332107" y="2168736"/>
            <a:ext cx="2282825" cy="2743200"/>
          </a:xfrm>
        </p:spPr>
        <p:txBody>
          <a:bodyPr vert="horz" lIns="365760" tIns="1554480" rIns="365760" bIns="45720" rtlCol="0" anchor="t">
            <a:normAutofit/>
          </a:bodyPr>
          <a:lstStyle/>
          <a:p>
            <a:r>
              <a:rPr lang="en-ZA" sz="1800" noProof="1">
                <a:ea typeface="+mn-lt"/>
                <a:cs typeface="+mn-lt"/>
              </a:rPr>
              <a:t>Limited sensing range</a:t>
            </a:r>
            <a:endParaRPr lang="en-US"/>
          </a:p>
        </p:txBody>
      </p:sp>
      <p:sp>
        <p:nvSpPr>
          <p:cNvPr id="24" name="Text Placeholder 23">
            <a:extLst>
              <a:ext uri="{FF2B5EF4-FFF2-40B4-BE49-F238E27FC236}">
                <a16:creationId xmlns:a16="http://schemas.microsoft.com/office/drawing/2014/main" id="{E8D849D5-F4B3-46F8-8FAA-BFE11319965D}"/>
              </a:ext>
            </a:extLst>
          </p:cNvPr>
          <p:cNvSpPr>
            <a:spLocks noGrp="1"/>
          </p:cNvSpPr>
          <p:nvPr>
            <p:ph type="body" sz="quarter" idx="18"/>
          </p:nvPr>
        </p:nvSpPr>
        <p:spPr>
          <a:xfrm>
            <a:off x="6375279" y="2167999"/>
            <a:ext cx="2283712" cy="2743200"/>
          </a:xfrm>
        </p:spPr>
        <p:txBody>
          <a:bodyPr vert="horz" lIns="365760" tIns="1554480" rIns="365760" bIns="45720" rtlCol="0" anchor="t">
            <a:noAutofit/>
          </a:bodyPr>
          <a:lstStyle/>
          <a:p>
            <a:r>
              <a:rPr lang="en-ZA" sz="1800" noProof="1">
                <a:ea typeface="+mn-lt"/>
                <a:cs typeface="+mn-lt"/>
              </a:rPr>
              <a:t>Sensitivity to environmental conditions</a:t>
            </a:r>
            <a:endParaRPr lang="en-US"/>
          </a:p>
        </p:txBody>
      </p:sp>
      <p:pic>
        <p:nvPicPr>
          <p:cNvPr id="30" name="Content Placeholder 29" descr="Open hand with plant outlin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063554" y="2553494"/>
            <a:ext cx="914400" cy="914400"/>
          </a:xfrm>
        </p:spPr>
      </p:pic>
      <p:sp>
        <p:nvSpPr>
          <p:cNvPr id="3" name="Rectangle 2">
            <a:extLst>
              <a:ext uri="{FF2B5EF4-FFF2-40B4-BE49-F238E27FC236}">
                <a16:creationId xmlns:a16="http://schemas.microsoft.com/office/drawing/2014/main" id="{9F0C024C-955E-4385-A35A-F3CFF3E3B7D8}"/>
              </a:ext>
              <a:ext uri="{C183D7F6-B498-43B3-948B-1728B52AA6E4}">
                <adec:decorative xmlns:adec="http://schemas.microsoft.com/office/drawing/2017/decorative" val="1"/>
              </a:ext>
            </a:extLst>
          </p:cNvPr>
          <p:cNvSpPr/>
          <p:nvPr/>
        </p:nvSpPr>
        <p:spPr>
          <a:xfrm>
            <a:off x="421481" y="2173067"/>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E9D3DB3-C1BA-4868-A961-5C1E6633B0F9}"/>
              </a:ext>
              <a:ext uri="{C183D7F6-B498-43B3-948B-1728B52AA6E4}">
                <adec:decorative xmlns:adec="http://schemas.microsoft.com/office/drawing/2017/decorative" val="1"/>
              </a:ext>
            </a:extLst>
          </p:cNvPr>
          <p:cNvSpPr/>
          <p:nvPr/>
        </p:nvSpPr>
        <p:spPr>
          <a:xfrm>
            <a:off x="3331428" y="2167999"/>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Date Placeholder 3">
            <a:extLst>
              <a:ext uri="{FF2B5EF4-FFF2-40B4-BE49-F238E27FC236}">
                <a16:creationId xmlns:a16="http://schemas.microsoft.com/office/drawing/2014/main" id="{57827957-2A18-4113-A885-6BA5C784BDBD}"/>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F539C2B3-BF73-4E56-810C-5C72D0ADD145}"/>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5</a:t>
            </a:fld>
            <a:endParaRPr lang="en-US" dirty="0"/>
          </a:p>
        </p:txBody>
      </p:sp>
      <p:pic>
        <p:nvPicPr>
          <p:cNvPr id="159" name="Content Placeholder 68" descr="Target outline">
            <a:extLst>
              <a:ext uri="{FF2B5EF4-FFF2-40B4-BE49-F238E27FC236}">
                <a16:creationId xmlns:a16="http://schemas.microsoft.com/office/drawing/2014/main" id="{922848BF-38D7-CDAD-641D-A23CA3DD5EFD}"/>
              </a:ext>
            </a:extLst>
          </p:cNvPr>
          <p:cNvPicPr>
            <a:picLocks noGrp="1" noChangeAspect="1"/>
          </p:cNvPicPr>
          <p:nvPr>
            <p:ph sz="quarter" idx="13"/>
          </p:nvPr>
        </p:nvPicPr>
        <p:blipFill>
          <a:blip r:embed="rId4">
            <a:extLst>
              <a:ext uri="{96DAC541-7B7A-43D3-8B79-37D633B846F1}">
                <asvg:svgBlip xmlns:asvg="http://schemas.microsoft.com/office/drawing/2016/SVG/main" r:embed="rId5"/>
              </a:ext>
            </a:extLst>
          </a:blip>
          <a:srcRect/>
          <a:stretch/>
        </p:blipFill>
        <p:spPr>
          <a:xfrm>
            <a:off x="1070550" y="2553494"/>
            <a:ext cx="914400" cy="914400"/>
          </a:xfrm>
        </p:spPr>
      </p:pic>
      <p:pic>
        <p:nvPicPr>
          <p:cNvPr id="160" name="Content Placeholder 81" descr="Ruler outline">
            <a:extLst>
              <a:ext uri="{FF2B5EF4-FFF2-40B4-BE49-F238E27FC236}">
                <a16:creationId xmlns:a16="http://schemas.microsoft.com/office/drawing/2014/main" id="{23D8F4F8-90BF-45B0-17B4-9DBD0563BDDF}"/>
              </a:ext>
            </a:extLst>
          </p:cNvPr>
          <p:cNvPicPr>
            <a:picLocks noGrp="1" noChangeAspect="1"/>
          </p:cNvPicPr>
          <p:nvPr>
            <p:ph sz="quarter" idx="15"/>
          </p:nvPr>
        </p:nvPicPr>
        <p:blipFill>
          <a:blip r:embed="rId6">
            <a:extLst>
              <a:ext uri="{96DAC541-7B7A-43D3-8B79-37D633B846F1}">
                <asvg:svgBlip xmlns:asvg="http://schemas.microsoft.com/office/drawing/2016/SVG/main" r:embed="rId7"/>
              </a:ext>
            </a:extLst>
          </a:blip>
          <a:srcRect/>
          <a:stretch/>
        </p:blipFill>
        <p:spPr>
          <a:xfrm>
            <a:off x="4016319" y="2553494"/>
            <a:ext cx="914400" cy="914400"/>
          </a:xfrm>
        </p:spPr>
      </p:pic>
      <p:sp>
        <p:nvSpPr>
          <p:cNvPr id="164" name="Text Placeholder 23">
            <a:extLst>
              <a:ext uri="{FF2B5EF4-FFF2-40B4-BE49-F238E27FC236}">
                <a16:creationId xmlns:a16="http://schemas.microsoft.com/office/drawing/2014/main" id="{E08BF415-8CC1-8D36-93D4-9826E0418A58}"/>
              </a:ext>
            </a:extLst>
          </p:cNvPr>
          <p:cNvSpPr txBox="1">
            <a:spLocks/>
          </p:cNvSpPr>
          <p:nvPr/>
        </p:nvSpPr>
        <p:spPr>
          <a:xfrm>
            <a:off x="9347266" y="2167999"/>
            <a:ext cx="2283712" cy="2743200"/>
          </a:xfrm>
          <a:prstGeom prst="rect">
            <a:avLst/>
          </a:prstGeom>
          <a:ln w="22225">
            <a:solidFill>
              <a:schemeClr val="tx1"/>
            </a:solidFill>
          </a:ln>
        </p:spPr>
        <p:txBody>
          <a:bodyPr vert="horz" lIns="365760" tIns="1554480" rIns="365760" bIns="45720" rtlCol="0" anchor="t">
            <a:noAutofit/>
          </a:bodyPr>
          <a:lstStyle>
            <a:lvl1pPr marL="0" indent="0" algn="ctr"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ZA" sz="1800" noProof="1">
                <a:ea typeface="+mn-lt"/>
                <a:cs typeface="+mn-lt"/>
              </a:rPr>
              <a:t>Limited gesture recognition</a:t>
            </a:r>
          </a:p>
        </p:txBody>
      </p:sp>
      <p:pic>
        <p:nvPicPr>
          <p:cNvPr id="168" name="Content Placeholder 68" descr="Cursor outline">
            <a:extLst>
              <a:ext uri="{FF2B5EF4-FFF2-40B4-BE49-F238E27FC236}">
                <a16:creationId xmlns:a16="http://schemas.microsoft.com/office/drawing/2014/main" id="{6F17B7F6-69ED-2F1B-F48F-D4A9869F72B3}"/>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0031922" y="2553494"/>
            <a:ext cx="914400" cy="914400"/>
          </a:xfrm>
          <a:prstGeom prst="rect">
            <a:avLst/>
          </a:prstGeom>
        </p:spPr>
      </p:pic>
    </p:spTree>
    <p:extLst>
      <p:ext uri="{BB962C8B-B14F-4D97-AF65-F5344CB8AC3E}">
        <p14:creationId xmlns:p14="http://schemas.microsoft.com/office/powerpoint/2010/main" val="31401795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4E0A63-A388-49B1-A04E-27CE9BD622EF}"/>
              </a:ext>
            </a:extLst>
          </p:cNvPr>
          <p:cNvSpPr>
            <a:spLocks noGrp="1"/>
          </p:cNvSpPr>
          <p:nvPr>
            <p:ph type="title"/>
          </p:nvPr>
        </p:nvSpPr>
        <p:spPr>
          <a:xfrm>
            <a:off x="838200" y="365125"/>
            <a:ext cx="10515600" cy="1325563"/>
          </a:xfrm>
        </p:spPr>
        <p:txBody>
          <a:bodyPr/>
          <a:lstStyle/>
          <a:p>
            <a:r>
              <a:rPr lang="en-US" sz="3600" b="1" dirty="0">
                <a:latin typeface="Times New Roman" panose="02020603050405020304" pitchFamily="18" charset="0"/>
                <a:cs typeface="Times New Roman" panose="02020603050405020304" pitchFamily="18" charset="0"/>
              </a:rPr>
              <a:t>Idea to Solve the Problem</a:t>
            </a:r>
          </a:p>
        </p:txBody>
      </p:sp>
      <p:pic>
        <p:nvPicPr>
          <p:cNvPr id="69" name="Content Placeholder 68" descr="Target outline">
            <a:extLst>
              <a:ext uri="{FF2B5EF4-FFF2-40B4-BE49-F238E27FC236}">
                <a16:creationId xmlns:a16="http://schemas.microsoft.com/office/drawing/2014/main" id="{A9A23FC7-EAC6-43DD-A4F6-0BF937BF6FBA}"/>
              </a:ext>
            </a:extLst>
          </p:cNvPr>
          <p:cNvPicPr>
            <a:picLocks noGrp="1" noChangeAspect="1"/>
          </p:cNvPicPr>
          <p:nvPr>
            <p:ph sz="quarter" idx="13"/>
          </p:nvPr>
        </p:nvPicPr>
        <p:blipFill>
          <a:blip r:embed="rId2">
            <a:extLst>
              <a:ext uri="{96DAC541-7B7A-43D3-8B79-37D633B846F1}">
                <asvg:svgBlip xmlns:asvg="http://schemas.microsoft.com/office/drawing/2016/SVG/main" r:embed="rId3"/>
              </a:ext>
            </a:extLst>
          </a:blip>
          <a:srcRect/>
          <a:stretch/>
        </p:blipFill>
        <p:spPr>
          <a:xfrm>
            <a:off x="1214588" y="1972894"/>
            <a:ext cx="914400" cy="914400"/>
          </a:xfrm>
        </p:spPr>
      </p:pic>
      <p:sp>
        <p:nvSpPr>
          <p:cNvPr id="8" name="Text Placeholder 7">
            <a:extLst>
              <a:ext uri="{FF2B5EF4-FFF2-40B4-BE49-F238E27FC236}">
                <a16:creationId xmlns:a16="http://schemas.microsoft.com/office/drawing/2014/main" id="{F5C3A7BE-F7FC-4942-A31A-491A8A806103}"/>
              </a:ext>
            </a:extLst>
          </p:cNvPr>
          <p:cNvSpPr>
            <a:spLocks noGrp="1"/>
          </p:cNvSpPr>
          <p:nvPr>
            <p:ph type="body" sz="quarter" idx="33"/>
          </p:nvPr>
        </p:nvSpPr>
        <p:spPr>
          <a:xfrm>
            <a:off x="371393" y="3525662"/>
            <a:ext cx="2624528" cy="360000"/>
          </a:xfrm>
        </p:spPr>
        <p:txBody>
          <a:bodyPr vert="horz" lIns="91440" tIns="45720" rIns="91440" bIns="45720" rtlCol="0" anchor="t">
            <a:noAutofit/>
          </a:bodyPr>
          <a:lstStyle/>
          <a:p>
            <a:r>
              <a:rPr lang="en-ZA" sz="1800" noProof="1"/>
              <a:t>Limited precision</a:t>
            </a:r>
          </a:p>
        </p:txBody>
      </p:sp>
      <p:sp>
        <p:nvSpPr>
          <p:cNvPr id="5" name="Text Placeholder 4">
            <a:extLst>
              <a:ext uri="{FF2B5EF4-FFF2-40B4-BE49-F238E27FC236}">
                <a16:creationId xmlns:a16="http://schemas.microsoft.com/office/drawing/2014/main" id="{06E82690-B145-4D4F-B2D1-0B2A8C50FD71}"/>
              </a:ext>
            </a:extLst>
          </p:cNvPr>
          <p:cNvSpPr>
            <a:spLocks noGrp="1"/>
          </p:cNvSpPr>
          <p:nvPr>
            <p:ph type="body" sz="quarter" idx="14"/>
          </p:nvPr>
        </p:nvSpPr>
        <p:spPr>
          <a:xfrm>
            <a:off x="626982" y="3969399"/>
            <a:ext cx="2103120" cy="1188720"/>
          </a:xfrm>
        </p:spPr>
        <p:txBody>
          <a:bodyPr>
            <a:noAutofit/>
          </a:bodyPr>
          <a:lstStyle/>
          <a:p>
            <a:r>
              <a:rPr lang="en-ZA" noProof="1"/>
              <a:t>Implement touch position refinement.</a:t>
            </a:r>
          </a:p>
          <a:p>
            <a:r>
              <a:rPr lang="en-GB" noProof="1"/>
              <a:t>Apply signal processing techniques, such as filtering and averaging, to smoothen and refine the touch position data</a:t>
            </a:r>
            <a:endParaRPr lang="en-ZA" noProof="1"/>
          </a:p>
        </p:txBody>
      </p:sp>
      <p:pic>
        <p:nvPicPr>
          <p:cNvPr id="82" name="Content Placeholder 81" descr="Ruler outline">
            <a:extLst>
              <a:ext uri="{FF2B5EF4-FFF2-40B4-BE49-F238E27FC236}">
                <a16:creationId xmlns:a16="http://schemas.microsoft.com/office/drawing/2014/main" id="{D6F3D77A-EEB6-43C8-A6A3-01C9B69C2072}"/>
              </a:ext>
            </a:extLst>
          </p:cNvPr>
          <p:cNvPicPr>
            <a:picLocks noGrp="1" noChangeAspect="1"/>
          </p:cNvPicPr>
          <p:nvPr>
            <p:ph sz="quarter" idx="15"/>
          </p:nvPr>
        </p:nvPicPr>
        <p:blipFill>
          <a:blip r:embed="rId4">
            <a:extLst>
              <a:ext uri="{96DAC541-7B7A-43D3-8B79-37D633B846F1}">
                <asvg:svgBlip xmlns:asvg="http://schemas.microsoft.com/office/drawing/2016/SVG/main" r:embed="rId5"/>
              </a:ext>
            </a:extLst>
          </a:blip>
          <a:srcRect/>
          <a:stretch/>
        </p:blipFill>
        <p:spPr>
          <a:xfrm>
            <a:off x="4270843" y="1975275"/>
            <a:ext cx="914400" cy="914400"/>
          </a:xfrm>
        </p:spPr>
      </p:pic>
      <p:sp>
        <p:nvSpPr>
          <p:cNvPr id="9" name="Text Placeholder 8">
            <a:extLst>
              <a:ext uri="{FF2B5EF4-FFF2-40B4-BE49-F238E27FC236}">
                <a16:creationId xmlns:a16="http://schemas.microsoft.com/office/drawing/2014/main" id="{95CCE699-03D1-4642-B46A-B14EF17DA183}"/>
              </a:ext>
            </a:extLst>
          </p:cNvPr>
          <p:cNvSpPr>
            <a:spLocks noGrp="1"/>
          </p:cNvSpPr>
          <p:nvPr>
            <p:ph type="body" sz="quarter" idx="35"/>
          </p:nvPr>
        </p:nvSpPr>
        <p:spPr>
          <a:xfrm>
            <a:off x="3225911" y="3525662"/>
            <a:ext cx="3005292" cy="360000"/>
          </a:xfrm>
        </p:spPr>
        <p:txBody>
          <a:bodyPr>
            <a:noAutofit/>
          </a:bodyPr>
          <a:lstStyle/>
          <a:p>
            <a:r>
              <a:rPr lang="en-ZA" sz="1800" dirty="0"/>
              <a:t>Limited range</a:t>
            </a:r>
          </a:p>
        </p:txBody>
      </p:sp>
      <p:sp>
        <p:nvSpPr>
          <p:cNvPr id="6" name="Text Placeholder 5">
            <a:extLst>
              <a:ext uri="{FF2B5EF4-FFF2-40B4-BE49-F238E27FC236}">
                <a16:creationId xmlns:a16="http://schemas.microsoft.com/office/drawing/2014/main" id="{7640DF9D-0C9E-4C5D-9635-6B4DE10CCEE5}"/>
              </a:ext>
            </a:extLst>
          </p:cNvPr>
          <p:cNvSpPr>
            <a:spLocks noGrp="1"/>
          </p:cNvSpPr>
          <p:nvPr>
            <p:ph type="body" sz="quarter" idx="16"/>
          </p:nvPr>
        </p:nvSpPr>
        <p:spPr>
          <a:xfrm>
            <a:off x="3676041" y="3971670"/>
            <a:ext cx="2103120" cy="2086229"/>
          </a:xfrm>
        </p:spPr>
        <p:txBody>
          <a:bodyPr vert="horz" lIns="91440" tIns="45720" rIns="91440" bIns="45720" rtlCol="0" anchor="t">
            <a:noAutofit/>
          </a:bodyPr>
          <a:lstStyle/>
          <a:p>
            <a:r>
              <a:rPr lang="en-GB" noProof="1"/>
              <a:t>Introduce a configurable threshold for touch detection. Users can set a maximum distance that falls within the effective range of the sensors.</a:t>
            </a:r>
          </a:p>
          <a:p>
            <a:endParaRPr lang="en-ZA" noProof="1"/>
          </a:p>
        </p:txBody>
      </p:sp>
      <p:pic>
        <p:nvPicPr>
          <p:cNvPr id="84" name="Content Placeholder 83" descr="Sustainability outline">
            <a:extLst>
              <a:ext uri="{FF2B5EF4-FFF2-40B4-BE49-F238E27FC236}">
                <a16:creationId xmlns:a16="http://schemas.microsoft.com/office/drawing/2014/main" id="{28DD844E-E1CA-48AD-A483-B4880D131CD9}"/>
              </a:ext>
            </a:extLst>
          </p:cNvPr>
          <p:cNvPicPr>
            <a:picLocks noGrp="1" noChangeAspect="1"/>
          </p:cNvPicPr>
          <p:nvPr>
            <p:ph sz="quarter" idx="17"/>
          </p:nvPr>
        </p:nvPicPr>
        <p:blipFill>
          <a:blip r:embed="rId6">
            <a:extLst>
              <a:ext uri="{96DAC541-7B7A-43D3-8B79-37D633B846F1}">
                <asvg:svgBlip xmlns:asvg="http://schemas.microsoft.com/office/drawing/2016/SVG/main" r:embed="rId7"/>
              </a:ext>
            </a:extLst>
          </a:blip>
          <a:srcRect/>
          <a:stretch/>
        </p:blipFill>
        <p:spPr>
          <a:xfrm>
            <a:off x="7312176" y="1971307"/>
            <a:ext cx="914400" cy="914400"/>
          </a:xfrm>
        </p:spPr>
      </p:pic>
      <p:sp>
        <p:nvSpPr>
          <p:cNvPr id="10" name="Text Placeholder 9">
            <a:extLst>
              <a:ext uri="{FF2B5EF4-FFF2-40B4-BE49-F238E27FC236}">
                <a16:creationId xmlns:a16="http://schemas.microsoft.com/office/drawing/2014/main" id="{BC1DF189-6F2F-4C21-88CC-C82D3D0D147B}"/>
              </a:ext>
            </a:extLst>
          </p:cNvPr>
          <p:cNvSpPr>
            <a:spLocks noGrp="1"/>
          </p:cNvSpPr>
          <p:nvPr>
            <p:ph type="body" sz="quarter" idx="37"/>
          </p:nvPr>
        </p:nvSpPr>
        <p:spPr>
          <a:xfrm>
            <a:off x="6088380" y="3525662"/>
            <a:ext cx="3370154" cy="360000"/>
          </a:xfrm>
        </p:spPr>
        <p:txBody>
          <a:bodyPr vert="horz" lIns="91440" tIns="45720" rIns="91440" bIns="45720" rtlCol="0" anchor="t">
            <a:normAutofit/>
          </a:bodyPr>
          <a:lstStyle/>
          <a:p>
            <a:r>
              <a:rPr lang="en-ZA" sz="1800" noProof="1"/>
              <a:t>External Factors</a:t>
            </a:r>
          </a:p>
        </p:txBody>
      </p:sp>
      <p:sp>
        <p:nvSpPr>
          <p:cNvPr id="7" name="Text Placeholder 6">
            <a:extLst>
              <a:ext uri="{FF2B5EF4-FFF2-40B4-BE49-F238E27FC236}">
                <a16:creationId xmlns:a16="http://schemas.microsoft.com/office/drawing/2014/main" id="{40297407-CE4E-4284-879D-AEC395713625}"/>
              </a:ext>
            </a:extLst>
          </p:cNvPr>
          <p:cNvSpPr>
            <a:spLocks noGrp="1"/>
          </p:cNvSpPr>
          <p:nvPr>
            <p:ph type="body" sz="quarter" idx="18"/>
          </p:nvPr>
        </p:nvSpPr>
        <p:spPr>
          <a:xfrm>
            <a:off x="6719070" y="3967119"/>
            <a:ext cx="2103120" cy="1188720"/>
          </a:xfrm>
        </p:spPr>
        <p:txBody>
          <a:bodyPr>
            <a:noAutofit/>
          </a:bodyPr>
          <a:lstStyle/>
          <a:p>
            <a:r>
              <a:rPr lang="en-ZA" noProof="1"/>
              <a:t>Implement ambient light compensation.</a:t>
            </a:r>
          </a:p>
          <a:p>
            <a:r>
              <a:rPr lang="en-GB" noProof="1"/>
              <a:t>Incorporate algorithms that adjust the touch detection thresholds based on ambient lighting conditions</a:t>
            </a:r>
            <a:endParaRPr lang="en-ZA" noProof="1"/>
          </a:p>
        </p:txBody>
      </p:sp>
      <p:pic>
        <p:nvPicPr>
          <p:cNvPr id="4" name="Content Placeholder 68" descr="Cursor outline">
            <a:extLst>
              <a:ext uri="{FF2B5EF4-FFF2-40B4-BE49-F238E27FC236}">
                <a16:creationId xmlns:a16="http://schemas.microsoft.com/office/drawing/2014/main" id="{D7C6E543-C7D0-D470-4039-7A8783109C7F}"/>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0189291" y="1971307"/>
            <a:ext cx="914400" cy="914400"/>
          </a:xfrm>
          <a:prstGeom prst="rect">
            <a:avLst/>
          </a:prstGeom>
        </p:spPr>
      </p:pic>
      <p:sp>
        <p:nvSpPr>
          <p:cNvPr id="11" name="Text Placeholder 7">
            <a:extLst>
              <a:ext uri="{FF2B5EF4-FFF2-40B4-BE49-F238E27FC236}">
                <a16:creationId xmlns:a16="http://schemas.microsoft.com/office/drawing/2014/main" id="{1AF1E2B4-7B68-E056-43F8-21EFE28B8A47}"/>
              </a:ext>
            </a:extLst>
          </p:cNvPr>
          <p:cNvSpPr txBox="1">
            <a:spLocks/>
          </p:cNvSpPr>
          <p:nvPr/>
        </p:nvSpPr>
        <p:spPr>
          <a:xfrm>
            <a:off x="9093672" y="3477680"/>
            <a:ext cx="3129376" cy="360000"/>
          </a:xfrm>
          <a:prstGeom prst="rect">
            <a:avLst/>
          </a:prstGeom>
        </p:spPr>
        <p:txBody>
          <a:bodyPr vert="horz" lIns="91440" tIns="45720" rIns="91440" bIns="45720" rtlCol="0" anchor="t">
            <a:noAutofit/>
          </a:bodyPr>
          <a:lstStyle>
            <a:lvl1pPr marL="0" indent="0" algn="ctr" defTabSz="914400" rtl="0" eaLnBrk="1" latinLnBrk="0" hangingPunct="1">
              <a:lnSpc>
                <a:spcPct val="900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ZA" noProof="1"/>
              <a:t>Gesture limitations</a:t>
            </a:r>
          </a:p>
        </p:txBody>
      </p:sp>
      <p:sp>
        <p:nvSpPr>
          <p:cNvPr id="12" name="Text Placeholder 4">
            <a:extLst>
              <a:ext uri="{FF2B5EF4-FFF2-40B4-BE49-F238E27FC236}">
                <a16:creationId xmlns:a16="http://schemas.microsoft.com/office/drawing/2014/main" id="{7401FE4C-1359-B80A-8553-0F62D670F0BE}"/>
              </a:ext>
            </a:extLst>
          </p:cNvPr>
          <p:cNvSpPr txBox="1">
            <a:spLocks/>
          </p:cNvSpPr>
          <p:nvPr/>
        </p:nvSpPr>
        <p:spPr>
          <a:xfrm>
            <a:off x="9601685" y="3967812"/>
            <a:ext cx="2103120" cy="1188720"/>
          </a:xfrm>
          <a:prstGeom prst="rect">
            <a:avLst/>
          </a:prstGeom>
        </p:spPr>
        <p:txBody>
          <a:bodyPr vert="horz" lIns="91440" tIns="45720" rIns="91440" bIns="45720" rtlCol="0">
            <a:noAutofit/>
          </a:bodyPr>
          <a:lstStyle>
            <a:lvl1pPr marL="0" indent="0" algn="ctr"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t>Integrate machine learning algorithms.</a:t>
            </a:r>
          </a:p>
          <a:p>
            <a:r>
              <a:rPr lang="en-GB" noProof="1"/>
              <a:t>Train a model to identify different gestures and trigger corresponding actions </a:t>
            </a:r>
            <a:endParaRPr lang="en-ZA" noProof="1"/>
          </a:p>
        </p:txBody>
      </p:sp>
      <p:sp>
        <p:nvSpPr>
          <p:cNvPr id="16" name="Rectangle 15">
            <a:extLst>
              <a:ext uri="{FF2B5EF4-FFF2-40B4-BE49-F238E27FC236}">
                <a16:creationId xmlns:a16="http://schemas.microsoft.com/office/drawing/2014/main" id="{4C0D278D-D0E4-898B-A073-5496AEAFE64F}"/>
              </a:ext>
            </a:extLst>
          </p:cNvPr>
          <p:cNvSpPr/>
          <p:nvPr/>
        </p:nvSpPr>
        <p:spPr>
          <a:xfrm>
            <a:off x="1678542" y="3215680"/>
            <a:ext cx="8534400" cy="3015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a:extLst>
              <a:ext uri="{FF2B5EF4-FFF2-40B4-BE49-F238E27FC236}">
                <a16:creationId xmlns:a16="http://schemas.microsoft.com/office/drawing/2014/main" id="{44E25CA9-9156-9DEB-07E8-B1A1EBC00ED3}"/>
              </a:ext>
            </a:extLst>
          </p:cNvPr>
          <p:cNvCxnSpPr/>
          <p:nvPr/>
        </p:nvCxnSpPr>
        <p:spPr>
          <a:xfrm flipV="1">
            <a:off x="770691" y="3098320"/>
            <a:ext cx="1815702" cy="79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1480247-809A-130D-D822-D543E0F5D0F4}"/>
              </a:ext>
            </a:extLst>
          </p:cNvPr>
          <p:cNvCxnSpPr/>
          <p:nvPr/>
        </p:nvCxnSpPr>
        <p:spPr>
          <a:xfrm flipV="1">
            <a:off x="3819750" y="3067266"/>
            <a:ext cx="1815702" cy="79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F4B0EA0-6B3B-308D-2297-E73AE01B66AC}"/>
              </a:ext>
            </a:extLst>
          </p:cNvPr>
          <p:cNvCxnSpPr/>
          <p:nvPr/>
        </p:nvCxnSpPr>
        <p:spPr>
          <a:xfrm flipV="1">
            <a:off x="6861525" y="3082448"/>
            <a:ext cx="1815702" cy="79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BE5092F-D55B-6983-AEB9-9CF10B4426FC}"/>
              </a:ext>
            </a:extLst>
          </p:cNvPr>
          <p:cNvCxnSpPr/>
          <p:nvPr/>
        </p:nvCxnSpPr>
        <p:spPr>
          <a:xfrm flipV="1">
            <a:off x="9738640" y="3090384"/>
            <a:ext cx="1815702" cy="79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75292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FFA191-5CCC-43CB-BD83-4F80ED362608}"/>
              </a:ext>
            </a:extLst>
          </p:cNvPr>
          <p:cNvSpPr>
            <a:spLocks noGrp="1"/>
          </p:cNvSpPr>
          <p:nvPr>
            <p:ph type="title"/>
          </p:nvPr>
        </p:nvSpPr>
        <p:spPr>
          <a:xfrm>
            <a:off x="6117864" y="1289304"/>
            <a:ext cx="5486400" cy="1325563"/>
          </a:xfrm>
        </p:spPr>
        <p:txBody>
          <a:bodyPr/>
          <a:lstStyle/>
          <a:p>
            <a:r>
              <a:rPr lang="en-US" dirty="0"/>
              <a:t>References</a:t>
            </a:r>
          </a:p>
        </p:txBody>
      </p:sp>
      <p:sp>
        <p:nvSpPr>
          <p:cNvPr id="4" name="Date Placeholder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90A0DE57-FED1-462B-9C3B-B490B238436D}"/>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26" name="Slide Number Placeholder 25">
            <a:extLst>
              <a:ext uri="{FF2B5EF4-FFF2-40B4-BE49-F238E27FC236}">
                <a16:creationId xmlns:a16="http://schemas.microsoft.com/office/drawing/2014/main" id="{D5B91C7E-39EC-4D18-BBDA-F8911C724E07}"/>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7</a:t>
            </a:fld>
            <a:endParaRPr lang="en-US" dirty="0"/>
          </a:p>
        </p:txBody>
      </p:sp>
      <p:sp>
        <p:nvSpPr>
          <p:cNvPr id="3" name="Content Placeholder 2">
            <a:extLst>
              <a:ext uri="{FF2B5EF4-FFF2-40B4-BE49-F238E27FC236}">
                <a16:creationId xmlns:a16="http://schemas.microsoft.com/office/drawing/2014/main" id="{E14BBEAF-B516-45F4-9EF6-A9F65111580F}"/>
              </a:ext>
            </a:extLst>
          </p:cNvPr>
          <p:cNvSpPr>
            <a:spLocks noGrp="1"/>
          </p:cNvSpPr>
          <p:nvPr>
            <p:ph type="body" sz="quarter" idx="13"/>
          </p:nvPr>
        </p:nvSpPr>
        <p:spPr>
          <a:xfrm>
            <a:off x="6096000" y="2816352"/>
            <a:ext cx="5257800" cy="2779776"/>
          </a:xfrm>
        </p:spPr>
        <p:txBody>
          <a:bodyPr vert="horz" lIns="91440" tIns="45720" rIns="91440" bIns="45720" rtlCol="0" anchor="t">
            <a:normAutofit/>
          </a:bodyPr>
          <a:lstStyle/>
          <a:p>
            <a:pPr marL="285750" indent="-285750">
              <a:buClr>
                <a:srgbClr val="C00000"/>
              </a:buClr>
              <a:buFont typeface="Wingdings" panose="05000000000000000000" pitchFamily="2" charset="2"/>
              <a:buChar char="q"/>
            </a:pPr>
            <a:r>
              <a:rPr lang="en-US" dirty="0">
                <a:hlinkClick r:id="rId2"/>
              </a:rPr>
              <a:t>https://www.intelrealsense.com/touch-free-interface-a-comprehensive-overview-of-smart-tof-technology/</a:t>
            </a:r>
            <a:endParaRPr lang="en-US" dirty="0"/>
          </a:p>
          <a:p>
            <a:pPr marL="285750" indent="-285750">
              <a:buClr>
                <a:srgbClr val="C00000"/>
              </a:buClr>
              <a:buFont typeface="Wingdings" panose="05000000000000000000" pitchFamily="2" charset="2"/>
              <a:buChar char="q"/>
            </a:pPr>
            <a:r>
              <a:rPr lang="en-US" dirty="0">
                <a:hlinkClick r:id="rId3"/>
              </a:rPr>
              <a:t>https://ieeexplore.ieee.org/document/8641535</a:t>
            </a:r>
            <a:endParaRPr lang="en-US" dirty="0"/>
          </a:p>
          <a:p>
            <a:pPr marL="285750" indent="-285750">
              <a:buClr>
                <a:srgbClr val="C00000"/>
              </a:buClr>
              <a:buFont typeface="Wingdings" panose="05000000000000000000" pitchFamily="2" charset="2"/>
              <a:buChar char="q"/>
            </a:pPr>
            <a:r>
              <a:rPr lang="en-US" dirty="0">
                <a:hlinkClick r:id="rId4"/>
              </a:rPr>
              <a:t>https://www.mdpi.com/1424-8220/20/2/449</a:t>
            </a:r>
            <a:endParaRPr lang="en-US" dirty="0"/>
          </a:p>
          <a:p>
            <a:pPr marL="285750" indent="-285750">
              <a:buClr>
                <a:srgbClr val="C00000"/>
              </a:buClr>
              <a:buFont typeface="Wingdings" panose="05000000000000000000" pitchFamily="2" charset="2"/>
              <a:buChar char="q"/>
            </a:pPr>
            <a:r>
              <a:rPr lang="en-US" dirty="0">
                <a:hlinkClick r:id="rId5"/>
              </a:rPr>
              <a:t>https://ieeexplore.ieee.org/document/9311421</a:t>
            </a:r>
            <a:endParaRPr lang="en-US" dirty="0"/>
          </a:p>
          <a:p>
            <a:pPr marL="285750" indent="-285750">
              <a:buClr>
                <a:srgbClr val="C00000"/>
              </a:buClr>
              <a:buFont typeface="Wingdings" panose="05000000000000000000" pitchFamily="2" charset="2"/>
              <a:buChar char="q"/>
            </a:pPr>
            <a:r>
              <a:rPr lang="en-US" dirty="0">
                <a:hlinkClick r:id="rId6"/>
              </a:rPr>
              <a:t>https://ieeexplore.ieee.org/document/9280959</a:t>
            </a:r>
            <a:endParaRPr lang="en-US" dirty="0"/>
          </a:p>
        </p:txBody>
      </p:sp>
    </p:spTree>
    <p:extLst>
      <p:ext uri="{BB962C8B-B14F-4D97-AF65-F5344CB8AC3E}">
        <p14:creationId xmlns:p14="http://schemas.microsoft.com/office/powerpoint/2010/main" val="9201739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a:lstStyle/>
          <a:p>
            <a:r>
              <a:rPr lang="en-US" dirty="0"/>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191256"/>
            <a:ext cx="3505201" cy="1798639"/>
          </a:xfrm>
        </p:spPr>
        <p:txBody>
          <a:bodyPr/>
          <a:lstStyle/>
          <a:p>
            <a:r>
              <a:rPr lang="en-US" dirty="0"/>
              <a:t>AirTouch</a:t>
            </a:r>
          </a:p>
          <a:p>
            <a:r>
              <a:rPr lang="en-US" dirty="0"/>
              <a:t>Jain Deemed-to-be-University</a:t>
            </a:r>
          </a:p>
          <a:p>
            <a:endParaRPr lang="en-US" dirty="0"/>
          </a:p>
        </p:txBody>
      </p:sp>
      <p:sp>
        <p:nvSpPr>
          <p:cNvPr id="4" name="Date Placeholder 3">
            <a:extLst>
              <a:ext uri="{FF2B5EF4-FFF2-40B4-BE49-F238E27FC236}">
                <a16:creationId xmlns:a16="http://schemas.microsoft.com/office/drawing/2014/main" id="{5E9C9CF3-789B-4F9F-8F03-9C35C87C63CD}"/>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AB42D8F5-6E48-4FFF-A481-06916758090C}"/>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8</a:t>
            </a:fld>
            <a:endParaRPr lang="en-US" dirty="0"/>
          </a:p>
        </p:txBody>
      </p:sp>
    </p:spTree>
    <p:extLst>
      <p:ext uri="{BB962C8B-B14F-4D97-AF65-F5344CB8AC3E}">
        <p14:creationId xmlns:p14="http://schemas.microsoft.com/office/powerpoint/2010/main" val="2135673684"/>
      </p:ext>
    </p:extLst>
  </p:cSld>
  <p:clrMapOvr>
    <a:masterClrMapping/>
  </p:clrMapOvr>
</p:sld>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Ion">
  <a:themeElements>
    <a:clrScheme name="Red">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Ion">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A207AED3-9ABC-4A18-9978-A59B65688B15}"/>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99972D5-0616-492C-93CD-BB1ADFB67788}">
  <ds:schemaRefs>
    <ds:schemaRef ds:uri="http://schemas.microsoft.com/sharepoint/v3/contenttype/forms"/>
  </ds:schemaRefs>
</ds:datastoreItem>
</file>

<file path=customXml/itemProps2.xml><?xml version="1.0" encoding="utf-8"?>
<ds:datastoreItem xmlns:ds="http://schemas.openxmlformats.org/officeDocument/2006/customXml" ds:itemID="{6F64B861-6024-48D7-A751-9C7ADB614CF2}">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3.xml><?xml version="1.0" encoding="utf-8"?>
<ds:datastoreItem xmlns:ds="http://schemas.openxmlformats.org/officeDocument/2006/customXml" ds:itemID="{FA40DCE3-AF01-4621-BF36-CCA1D169925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Facet</Template>
  <TotalTime>0</TotalTime>
  <Words>665</Words>
  <Application>Microsoft Office PowerPoint</Application>
  <PresentationFormat>Widescreen</PresentationFormat>
  <Paragraphs>82</Paragraphs>
  <Slides>8</Slides>
  <Notes>1</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8</vt:i4>
      </vt:variant>
    </vt:vector>
  </HeadingPairs>
  <TitlesOfParts>
    <vt:vector size="19" baseType="lpstr">
      <vt:lpstr>Arial</vt:lpstr>
      <vt:lpstr>Avenir Next LT Pro Light</vt:lpstr>
      <vt:lpstr>Calibri</vt:lpstr>
      <vt:lpstr>Century Gothic</vt:lpstr>
      <vt:lpstr>Posterama</vt:lpstr>
      <vt:lpstr>Segoe UI</vt:lpstr>
      <vt:lpstr>Times New Roman</vt:lpstr>
      <vt:lpstr>Wingdings</vt:lpstr>
      <vt:lpstr>Wingdings 3</vt:lpstr>
      <vt:lpstr>Office Theme</vt:lpstr>
      <vt:lpstr>Ion</vt:lpstr>
      <vt:lpstr>Instruction to Prepare PPT </vt:lpstr>
      <vt:lpstr>AirTouch</vt:lpstr>
      <vt:lpstr>Problem Addressed in Base Paper </vt:lpstr>
      <vt:lpstr>SOLUTION</vt:lpstr>
      <vt:lpstr>Disadvantage by the Problem </vt:lpstr>
      <vt:lpstr>Idea to Solve the Problem</vt:lpstr>
      <vt:lpstr>References</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Instruction to Prepare PPT</dc:title>
  <dc:creator/>
  <cp:lastModifiedBy/>
  <cp:revision>1</cp:revision>
  <dcterms:created xsi:type="dcterms:W3CDTF">2021-08-17T07:04:23Z</dcterms:created>
  <dcterms:modified xsi:type="dcterms:W3CDTF">2023-05-22T10:51:56Z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